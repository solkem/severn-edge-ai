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'Is AI magic?'</a:t>
            </a:r>
          </a:p>
          <a:p>
            <a:r>
              <a:t>This board will learn from students today.</a:t>
            </a:r>
          </a:p>
          <a:p>
            <a:r>
              <a:t>Set expectation for workflow: Connect -&gt; Collect -&gt; Train -&gt;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see 6 sensor channels in real time.</a:t>
            </a:r>
          </a:p>
          <a:p>
            <a:r>
              <a:t>Red axes are acceleration (ax, ay, az); blue axes are rotation (gx, gy, gz).</a:t>
            </a:r>
          </a:p>
          <a:p>
            <a:r>
              <a:t>Main teaching line: AI does not see motion directly, only these changing numbers.</a:t>
            </a:r>
          </a:p>
          <a:p>
            <a:r>
              <a:t>Use the 3x2 card grid to ask: which channels change most for each movement?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slowly: each gesture recording is 100 readings x 6 numbers = 600 numbers.</a:t>
            </a:r>
          </a:p>
          <a:p>
            <a:r>
              <a:t>Point to bottom heatmaps: Wave and Shake look like different number patterns.</a:t>
            </a:r>
          </a:p>
          <a:p>
            <a:r>
              <a:t>This is the core insight before students begin collecting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game target: 7 out of 10.</a:t>
            </a:r>
          </a:p>
          <a:p>
            <a:r>
              <a:t>Students should wait until predicted label matches before scoring each attempt.</a:t>
            </a:r>
          </a:p>
          <a:p>
            <a:r>
              <a:t>Focus: model quality comes from consistent movement and clear gesture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Celebrate achievement first.</a:t>
            </a:r>
          </a:p>
          <a:p>
            <a:r>
              <a:t>Recap the 4 lessons from class.</a:t>
            </a:r>
          </a:p>
          <a:p>
            <a:r>
              <a:t>Close with transfer idea: same ML principles scale to robotics and self-driving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91840" y="1234440"/>
            <a:ext cx="5577840" cy="2971800"/>
          </a:xfrm>
          <a:prstGeom prst="ellipse">
            <a:avLst/>
          </a:prstGeom>
          <a:solidFill>
            <a:srgbClr val="194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31920" y="1645920"/>
            <a:ext cx="4389120" cy="219456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1">
                <a:solidFill>
                  <a:srgbClr val="F8FBFF"/>
                </a:solidFill>
                <a:latin typeface="Aptos Display"/>
              </a:rPr>
              <a:t>SEVERN EDGE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4DDBFF"/>
                </a:solidFill>
                <a:latin typeface="Aptos"/>
              </a:rPr>
              <a:t>Today, YOU teach a robot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0208" y="1847088"/>
            <a:ext cx="4297680" cy="1965960"/>
          </a:xfrm>
          <a:prstGeom prst="roundRect">
            <a:avLst>
              <a:gd name="adj" fmla="val 8000"/>
            </a:avLst>
          </a:prstGeom>
          <a:solidFill>
            <a:srgbClr val="0D1F46"/>
          </a:solidFill>
          <a:ln w="15875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2221992"/>
            <a:ext cx="3511296" cy="1225296"/>
          </a:xfrm>
          <a:prstGeom prst="roundRect">
            <a:avLst>
              <a:gd name="adj" fmla="val 5000"/>
            </a:avLst>
          </a:prstGeom>
          <a:solidFill>
            <a:srgbClr val="15457A"/>
          </a:solidFill>
          <a:ln w="15875">
            <a:solidFill>
              <a:srgbClr val="24C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532888"/>
            <a:ext cx="3154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BFF"/>
                </a:solidFill>
                <a:latin typeface="Aptos"/>
              </a:rPr>
              <a:t>Arduino Nano 33 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926080"/>
            <a:ext cx="3337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B8CBEA"/>
                </a:solidFill>
                <a:latin typeface="Aptos"/>
              </a:rPr>
              <a:t>Your board learns gestures from your data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246120" y="2029968"/>
            <a:ext cx="640080" cy="301752"/>
          </a:xfrm>
          <a:prstGeom prst="line">
            <a:avLst/>
          </a:prstGeom>
          <a:ln w="22225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514600" y="2029968"/>
            <a:ext cx="731520" cy="0"/>
          </a:xfrm>
          <a:prstGeom prst="line">
            <a:avLst/>
          </a:prstGeom>
          <a:ln w="22225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284464" y="2029968"/>
            <a:ext cx="649224" cy="301752"/>
          </a:xfrm>
          <a:prstGeom prst="line">
            <a:avLst/>
          </a:prstGeom>
          <a:ln w="22225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33688" y="2029968"/>
            <a:ext cx="694944" cy="0"/>
          </a:xfrm>
          <a:prstGeom prst="line">
            <a:avLst/>
          </a:prstGeom>
          <a:ln w="22225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218688" y="3337560"/>
            <a:ext cx="667512" cy="301752"/>
          </a:xfrm>
          <a:prstGeom prst="line">
            <a:avLst/>
          </a:prstGeom>
          <a:ln w="22225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514600" y="3639312"/>
            <a:ext cx="704088" cy="0"/>
          </a:xfrm>
          <a:prstGeom prst="line">
            <a:avLst/>
          </a:prstGeom>
          <a:ln w="22225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84464" y="3337560"/>
            <a:ext cx="640080" cy="301752"/>
          </a:xfrm>
          <a:prstGeom prst="line">
            <a:avLst/>
          </a:prstGeom>
          <a:ln w="22225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24544" y="3639312"/>
            <a:ext cx="704088" cy="0"/>
          </a:xfrm>
          <a:prstGeom prst="line">
            <a:avLst/>
          </a:prstGeom>
          <a:ln w="22225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2688" y="5212080"/>
            <a:ext cx="2651760" cy="914400"/>
          </a:xfrm>
          <a:prstGeom prst="roundRect">
            <a:avLst/>
          </a:prstGeom>
          <a:solidFill>
            <a:srgbClr val="0E326C"/>
          </a:solidFill>
          <a:ln w="15875">
            <a:solidFill>
              <a:srgbClr val="19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21208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8FBFF"/>
                </a:solidFill>
                <a:latin typeface="Aptos"/>
              </a:rPr>
              <a:t>Connect</a:t>
            </a:r>
          </a:p>
        </p:txBody>
      </p:sp>
      <p:sp>
        <p:nvSpPr>
          <p:cNvPr id="21" name="Chevron 20"/>
          <p:cNvSpPr/>
          <p:nvPr/>
        </p:nvSpPr>
        <p:spPr>
          <a:xfrm>
            <a:off x="3648456" y="5486400"/>
            <a:ext cx="146304" cy="384048"/>
          </a:xfrm>
          <a:prstGeom prst="chevron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40480" y="5212080"/>
            <a:ext cx="2651760" cy="914400"/>
          </a:xfrm>
          <a:prstGeom prst="roundRect">
            <a:avLst/>
          </a:prstGeom>
          <a:solidFill>
            <a:srgbClr val="0E326C"/>
          </a:solidFill>
          <a:ln w="15875">
            <a:solidFill>
              <a:srgbClr val="19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521208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8FBFF"/>
                </a:solidFill>
                <a:latin typeface="Aptos"/>
              </a:rPr>
              <a:t>Collect</a:t>
            </a:r>
          </a:p>
        </p:txBody>
      </p:sp>
      <p:sp>
        <p:nvSpPr>
          <p:cNvPr id="24" name="Chevron 23"/>
          <p:cNvSpPr/>
          <p:nvPr/>
        </p:nvSpPr>
        <p:spPr>
          <a:xfrm>
            <a:off x="6556248" y="5486400"/>
            <a:ext cx="146304" cy="384048"/>
          </a:xfrm>
          <a:prstGeom prst="chevron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48272" y="5212080"/>
            <a:ext cx="2651760" cy="914400"/>
          </a:xfrm>
          <a:prstGeom prst="roundRect">
            <a:avLst/>
          </a:prstGeom>
          <a:solidFill>
            <a:srgbClr val="0E326C"/>
          </a:solidFill>
          <a:ln w="15875">
            <a:solidFill>
              <a:srgbClr val="19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521208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8FBFF"/>
                </a:solidFill>
                <a:latin typeface="Aptos"/>
              </a:rPr>
              <a:t>Train</a:t>
            </a:r>
          </a:p>
        </p:txBody>
      </p:sp>
      <p:sp>
        <p:nvSpPr>
          <p:cNvPr id="27" name="Chevron 26"/>
          <p:cNvSpPr/>
          <p:nvPr/>
        </p:nvSpPr>
        <p:spPr>
          <a:xfrm>
            <a:off x="9464040" y="5486400"/>
            <a:ext cx="146304" cy="384048"/>
          </a:xfrm>
          <a:prstGeom prst="chevron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56064" y="5212080"/>
            <a:ext cx="2651760" cy="914400"/>
          </a:xfrm>
          <a:prstGeom prst="roundRect">
            <a:avLst/>
          </a:prstGeom>
          <a:solidFill>
            <a:srgbClr val="0E326C"/>
          </a:solidFill>
          <a:ln w="15875">
            <a:solidFill>
              <a:srgbClr val="194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56064" y="521208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8FBFF"/>
                </a:solidFill>
                <a:latin typeface="Aptos"/>
              </a:rPr>
              <a:t>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1760" y="822960"/>
            <a:ext cx="6949440" cy="3840480"/>
          </a:xfrm>
          <a:prstGeom prst="ellipse">
            <a:avLst/>
          </a:prstGeom>
          <a:solidFill>
            <a:srgbClr val="194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201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8FBFF"/>
                </a:solidFill>
                <a:latin typeface="Aptos Display"/>
              </a:rPr>
              <a:t>How the Sensor Captures Your Move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84448" y="1371600"/>
            <a:ext cx="4983480" cy="2423160"/>
          </a:xfrm>
          <a:prstGeom prst="roundRect">
            <a:avLst>
              <a:gd name="adj" fmla="val 4000"/>
            </a:avLst>
          </a:prstGeom>
          <a:solidFill>
            <a:srgbClr val="EBF1F8"/>
          </a:solidFill>
          <a:ln w="15875">
            <a:solidFill>
              <a:srgbClr val="A5B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1618488"/>
            <a:ext cx="4462272" cy="1920240"/>
          </a:xfrm>
          <a:prstGeom prst="roundRect">
            <a:avLst/>
          </a:prstGeom>
          <a:solidFill>
            <a:srgbClr val="F6FAFF"/>
          </a:solidFill>
          <a:ln w="15875">
            <a:solidFill>
              <a:srgbClr val="C9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2130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85078"/>
                </a:solidFill>
                <a:latin typeface="Aptos"/>
              </a:rPr>
              <a:t>IMU sensor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08192" y="2514600"/>
            <a:ext cx="1920240" cy="301752"/>
          </a:xfrm>
          <a:prstGeom prst="rightArrow">
            <a:avLst/>
          </a:prstGeom>
          <a:solidFill>
            <a:srgbClr val="F6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2432304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8FBFF"/>
                </a:solidFill>
                <a:latin typeface="Aptos"/>
              </a:rPr>
              <a:t>ax (left-right)</a:t>
            </a:r>
          </a:p>
        </p:txBody>
      </p:sp>
      <p:sp>
        <p:nvSpPr>
          <p:cNvPr id="10" name="Up Arrow 9"/>
          <p:cNvSpPr/>
          <p:nvPr/>
        </p:nvSpPr>
        <p:spPr>
          <a:xfrm>
            <a:off x="5687568" y="1143000"/>
            <a:ext cx="365760" cy="1463040"/>
          </a:xfrm>
          <a:prstGeom prst="upArrow">
            <a:avLst/>
          </a:prstGeom>
          <a:solidFill>
            <a:srgbClr val="F6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960120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8FBFF"/>
                </a:solidFill>
                <a:latin typeface="Aptos"/>
              </a:rPr>
              <a:t>az (up-down)</a:t>
            </a:r>
          </a:p>
        </p:txBody>
      </p:sp>
      <p:sp>
        <p:nvSpPr>
          <p:cNvPr id="12" name="Right Arrow 11"/>
          <p:cNvSpPr/>
          <p:nvPr/>
        </p:nvSpPr>
        <p:spPr>
          <a:xfrm rot="8700000">
            <a:off x="4370832" y="2788920"/>
            <a:ext cx="1645920" cy="292608"/>
          </a:xfrm>
          <a:prstGeom prst="rightArrow">
            <a:avLst/>
          </a:prstGeom>
          <a:solidFill>
            <a:srgbClr val="F6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35021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8FBFF"/>
                </a:solidFill>
                <a:latin typeface="Aptos"/>
              </a:rPr>
              <a:t>ay (forward-back)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029968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4DDBFF"/>
                </a:solidFill>
                <a:latin typeface="Aptos"/>
              </a:rPr>
              <a:t>gx (rotation)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94436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4DDBFF"/>
                </a:solidFill>
                <a:latin typeface="Aptos"/>
              </a:rPr>
              <a:t>gy (rotation)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389888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4DDBFF"/>
                </a:solidFill>
                <a:latin typeface="Aptos"/>
              </a:rPr>
              <a:t>gz (rotation)</a:t>
            </a:r>
          </a:p>
        </p:txBody>
      </p:sp>
      <p:sp>
        <p:nvSpPr>
          <p:cNvPr id="17" name="Donut 16"/>
          <p:cNvSpPr/>
          <p:nvPr/>
        </p:nvSpPr>
        <p:spPr>
          <a:xfrm>
            <a:off x="7470648" y="1947672"/>
            <a:ext cx="502920" cy="502920"/>
          </a:xfrm>
          <a:prstGeom prst="donut">
            <a:avLst/>
          </a:prstGeom>
          <a:solidFill>
            <a:srgbClr val="4DDBFF"/>
          </a:solidFill>
          <a:ln w="1270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606040" y="2898648"/>
            <a:ext cx="502920" cy="502920"/>
          </a:xfrm>
          <a:prstGeom prst="donut">
            <a:avLst/>
          </a:prstGeom>
          <a:solidFill>
            <a:srgbClr val="4DDBFF"/>
          </a:solidFill>
          <a:ln w="1270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nut 18"/>
          <p:cNvSpPr/>
          <p:nvPr/>
        </p:nvSpPr>
        <p:spPr>
          <a:xfrm>
            <a:off x="5760720" y="1399032"/>
            <a:ext cx="475488" cy="475488"/>
          </a:xfrm>
          <a:prstGeom prst="donut">
            <a:avLst/>
          </a:prstGeom>
          <a:solidFill>
            <a:srgbClr val="4DDBFF"/>
          </a:solidFill>
          <a:ln w="1270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048" y="4334256"/>
            <a:ext cx="3749039" cy="1207008"/>
          </a:xfrm>
          <a:prstGeom prst="roundRect">
            <a:avLst/>
          </a:prstGeom>
          <a:solidFill>
            <a:srgbClr val="0D1F46"/>
          </a:solidFill>
          <a:ln w="15875">
            <a:solidFill>
              <a:srgbClr val="2A6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389120"/>
            <a:ext cx="356615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BFF"/>
                </a:solidFill>
                <a:latin typeface="Aptos"/>
              </a:rPr>
              <a:t>ax (left-right)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5216" y="5102352"/>
            <a:ext cx="3346703" cy="0"/>
          </a:xfrm>
          <a:prstGeom prst="line">
            <a:avLst/>
          </a:prstGeom>
          <a:ln w="12700">
            <a:solidFill>
              <a:srgbClr val="7EA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85216" y="4957799"/>
            <a:ext cx="257438" cy="109805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42654" y="4873149"/>
            <a:ext cx="257439" cy="84650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00093" y="4833046"/>
            <a:ext cx="257439" cy="4010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57532" y="4833046"/>
            <a:ext cx="257438" cy="13632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14970" y="4846678"/>
            <a:ext cx="257439" cy="6424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72409" y="4910921"/>
            <a:ext cx="257439" cy="100138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29848" y="5011059"/>
            <a:ext cx="257438" cy="113091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87286" y="5124150"/>
            <a:ext cx="257439" cy="100138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44725" y="5224288"/>
            <a:ext cx="257439" cy="6424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02164" y="5288531"/>
            <a:ext cx="257438" cy="13632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159602" y="5262060"/>
            <a:ext cx="257439" cy="4010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417041" y="5177410"/>
            <a:ext cx="257439" cy="84650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674480" y="5067604"/>
            <a:ext cx="257439" cy="109806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15967" y="4334256"/>
            <a:ext cx="3749039" cy="1207008"/>
          </a:xfrm>
          <a:prstGeom prst="roundRect">
            <a:avLst/>
          </a:prstGeom>
          <a:solidFill>
            <a:srgbClr val="0D1F46"/>
          </a:solidFill>
          <a:ln w="15875">
            <a:solidFill>
              <a:srgbClr val="2A6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7" y="4389120"/>
            <a:ext cx="356615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BFF"/>
                </a:solidFill>
                <a:latin typeface="Aptos"/>
              </a:rPr>
              <a:t>ay (forward-back)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17135" y="5102352"/>
            <a:ext cx="3346703" cy="0"/>
          </a:xfrm>
          <a:prstGeom prst="line">
            <a:avLst/>
          </a:prstGeom>
          <a:ln w="12700">
            <a:solidFill>
              <a:srgbClr val="7EA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517135" y="4903105"/>
            <a:ext cx="257438" cy="8184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774573" y="4866907"/>
            <a:ext cx="257439" cy="36198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32012" y="4866907"/>
            <a:ext cx="257439" cy="17739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89451" y="4884646"/>
            <a:ext cx="257438" cy="6761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546889" y="4952259"/>
            <a:ext cx="257439" cy="101997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804328" y="5054256"/>
            <a:ext cx="257439" cy="113016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61767" y="5167272"/>
            <a:ext cx="257438" cy="9814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19205" y="5265415"/>
            <a:ext cx="257439" cy="60787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76644" y="5326202"/>
            <a:ext cx="257439" cy="9506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834083" y="5291754"/>
            <a:ext cx="257438" cy="43954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091521" y="5204411"/>
            <a:ext cx="257439" cy="8734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48960" y="5093687"/>
            <a:ext cx="257439" cy="110724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606399" y="4984948"/>
            <a:ext cx="257439" cy="108739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247886" y="4334256"/>
            <a:ext cx="3749039" cy="1207008"/>
          </a:xfrm>
          <a:prstGeom prst="roundRect">
            <a:avLst/>
          </a:prstGeom>
          <a:solidFill>
            <a:srgbClr val="0D1F46"/>
          </a:solidFill>
          <a:ln w="15875">
            <a:solidFill>
              <a:srgbClr val="2A6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6" y="4389120"/>
            <a:ext cx="356615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BFF"/>
                </a:solidFill>
                <a:latin typeface="Aptos"/>
              </a:rPr>
              <a:t>az (up-down)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449054" y="5102352"/>
            <a:ext cx="3346703" cy="0"/>
          </a:xfrm>
          <a:prstGeom prst="line">
            <a:avLst/>
          </a:prstGeom>
          <a:ln w="12700">
            <a:solidFill>
              <a:srgbClr val="7EA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449054" y="4866337"/>
            <a:ext cx="257438" cy="32245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706492" y="4866337"/>
            <a:ext cx="257439" cy="21823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63931" y="4888160"/>
            <a:ext cx="257439" cy="70892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221370" y="4959052"/>
            <a:ext cx="257438" cy="103720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78808" y="5062772"/>
            <a:ext cx="257439" cy="112787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36247" y="5175559"/>
            <a:ext cx="257439" cy="96016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993686" y="5271575"/>
            <a:ext cx="257438" cy="57250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251124" y="5328825"/>
            <a:ext cx="257439" cy="5367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508563" y="5286447"/>
            <a:ext cx="257439" cy="47745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766002" y="5196528"/>
            <a:ext cx="257438" cy="89919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023440" y="5085034"/>
            <a:ext cx="257439" cy="111494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1280879" y="4977508"/>
            <a:ext cx="257439" cy="107526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538318" y="4898582"/>
            <a:ext cx="257439" cy="78926"/>
          </a:xfrm>
          <a:prstGeom prst="line">
            <a:avLst/>
          </a:prstGeom>
          <a:ln w="25400">
            <a:solidFill>
              <a:srgbClr val="FF9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84048" y="5669280"/>
            <a:ext cx="3749039" cy="1207008"/>
          </a:xfrm>
          <a:prstGeom prst="roundRect">
            <a:avLst/>
          </a:prstGeom>
          <a:solidFill>
            <a:srgbClr val="0D1F46"/>
          </a:solidFill>
          <a:ln w="15875">
            <a:solidFill>
              <a:srgbClr val="2A6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5724144"/>
            <a:ext cx="356615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BFF"/>
                </a:solidFill>
                <a:latin typeface="Aptos"/>
              </a:rPr>
              <a:t>gx (rotation)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5216" y="6437376"/>
            <a:ext cx="3346703" cy="0"/>
          </a:xfrm>
          <a:prstGeom prst="line">
            <a:avLst/>
          </a:prstGeom>
          <a:ln w="12700">
            <a:solidFill>
              <a:srgbClr val="7EA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85216" y="6270599"/>
            <a:ext cx="257438" cy="18266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42654" y="6288865"/>
            <a:ext cx="257439" cy="52289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00093" y="6341154"/>
            <a:ext cx="257439" cy="74331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357532" y="6415485"/>
            <a:ext cx="257438" cy="79347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614970" y="6494832"/>
            <a:ext cx="257439" cy="66184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872409" y="6561016"/>
            <a:ext cx="257439" cy="37859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129848" y="6598875"/>
            <a:ext cx="257438" cy="862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387286" y="6563404"/>
            <a:ext cx="257439" cy="36333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644725" y="6498199"/>
            <a:ext cx="257439" cy="65205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902164" y="6419060"/>
            <a:ext cx="257438" cy="79139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159602" y="6344117"/>
            <a:ext cx="257439" cy="74943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417041" y="6290539"/>
            <a:ext cx="257439" cy="53578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674480" y="6270599"/>
            <a:ext cx="257439" cy="19940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4315967" y="5669280"/>
            <a:ext cx="3749039" cy="1207008"/>
          </a:xfrm>
          <a:prstGeom prst="roundRect">
            <a:avLst/>
          </a:prstGeom>
          <a:solidFill>
            <a:srgbClr val="0D1F46"/>
          </a:solidFill>
          <a:ln w="15875">
            <a:solidFill>
              <a:srgbClr val="2A6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07407" y="5724144"/>
            <a:ext cx="356615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BFF"/>
                </a:solidFill>
                <a:latin typeface="Aptos"/>
              </a:rPr>
              <a:t>gy (rotation)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517135" y="6437376"/>
            <a:ext cx="3346703" cy="0"/>
          </a:xfrm>
          <a:prstGeom prst="line">
            <a:avLst/>
          </a:prstGeom>
          <a:ln w="12700">
            <a:solidFill>
              <a:srgbClr val="7EA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517135" y="6291749"/>
            <a:ext cx="257438" cy="54465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774573" y="6346214"/>
            <a:ext cx="257439" cy="75349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32012" y="6421563"/>
            <a:ext cx="257439" cy="78972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89451" y="6500535"/>
            <a:ext cx="257438" cy="64502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546889" y="6565037"/>
            <a:ext cx="257439" cy="35257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804328" y="6598228"/>
            <a:ext cx="257439" cy="2066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061767" y="6559313"/>
            <a:ext cx="257438" cy="38915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319205" y="6492463"/>
            <a:ext cx="257439" cy="66850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576644" y="6412994"/>
            <a:ext cx="257439" cy="79469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834083" y="6339109"/>
            <a:ext cx="257438" cy="73885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091521" y="6287737"/>
            <a:ext cx="257439" cy="51372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348960" y="6270645"/>
            <a:ext cx="257439" cy="17092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606399" y="6270645"/>
            <a:ext cx="257439" cy="21104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8247886" y="5669280"/>
            <a:ext cx="3749039" cy="1207008"/>
          </a:xfrm>
          <a:prstGeom prst="roundRect">
            <a:avLst/>
          </a:prstGeom>
          <a:solidFill>
            <a:srgbClr val="0D1F46"/>
          </a:solidFill>
          <a:ln w="15875">
            <a:solidFill>
              <a:srgbClr val="2A6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39326" y="5724144"/>
            <a:ext cx="356615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BFF"/>
                </a:solidFill>
                <a:latin typeface="Aptos"/>
              </a:rPr>
              <a:t>gz (rotation)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8449054" y="6437376"/>
            <a:ext cx="3346703" cy="0"/>
          </a:xfrm>
          <a:prstGeom prst="line">
            <a:avLst/>
          </a:prstGeom>
          <a:ln w="12700">
            <a:solidFill>
              <a:srgbClr val="7EA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449054" y="6351397"/>
            <a:ext cx="257438" cy="76265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706492" y="6427662"/>
            <a:ext cx="257439" cy="78491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963931" y="6506153"/>
            <a:ext cx="257439" cy="62734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221370" y="6568887"/>
            <a:ext cx="257438" cy="32607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478808" y="6596503"/>
            <a:ext cx="257439" cy="4991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736247" y="6555058"/>
            <a:ext cx="257439" cy="41445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993686" y="6486653"/>
            <a:ext cx="257438" cy="68405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251124" y="6406960"/>
            <a:ext cx="257439" cy="79693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508563" y="6334234"/>
            <a:ext cx="257439" cy="72726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766002" y="6285136"/>
            <a:ext cx="257438" cy="49098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023440" y="6270915"/>
            <a:ext cx="257439" cy="14221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1280879" y="6270915"/>
            <a:ext cx="257439" cy="23913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1538318" y="6294828"/>
            <a:ext cx="257439" cy="56569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11680" y="914400"/>
            <a:ext cx="8046720" cy="3931920"/>
          </a:xfrm>
          <a:prstGeom prst="ellipse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1201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8FBFF"/>
                </a:solidFill>
                <a:latin typeface="Aptos Display"/>
              </a:rPr>
              <a:t>What the AI Actually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841248"/>
            <a:ext cx="6766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4DDBFF"/>
                </a:solidFill>
                <a:latin typeface="Aptos"/>
              </a:rPr>
              <a:t>100 time steps x 6 axes = 600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10332720" cy="3063240"/>
          </a:xfrm>
          <a:prstGeom prst="roundRect">
            <a:avLst/>
          </a:prstGeom>
          <a:solidFill>
            <a:srgbClr val="0D1F46"/>
          </a:solidFill>
          <a:ln w="15875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1325880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8FBFF"/>
                </a:solidFill>
                <a:latin typeface="Aptos"/>
              </a:rPr>
              <a:t>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2072" y="1325880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8FBFF"/>
                </a:solidFill>
                <a:latin typeface="Aptos"/>
              </a:rPr>
              <a:t>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325880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8FBFF"/>
                </a:solidFill>
                <a:latin typeface="Aptos"/>
              </a:rPr>
              <a:t>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1325880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8FBFF"/>
                </a:solidFill>
                <a:latin typeface="Aptos"/>
              </a:rPr>
              <a:t>gx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1325880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8FBFF"/>
                </a:solidFill>
                <a:latin typeface="Aptos"/>
              </a:rPr>
              <a:t>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1325880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8FBFF"/>
                </a:solidFill>
                <a:latin typeface="Aptos"/>
              </a:rPr>
              <a:t>gz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746504"/>
            <a:ext cx="1661161" cy="91441"/>
          </a:xfrm>
          <a:prstGeom prst="rect">
            <a:avLst/>
          </a:prstGeom>
          <a:solidFill>
            <a:srgbClr val="EED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58440" y="1746504"/>
            <a:ext cx="1661161" cy="91441"/>
          </a:xfrm>
          <a:prstGeom prst="rect">
            <a:avLst/>
          </a:prstGeom>
          <a:solidFill>
            <a:srgbClr val="F7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9600" y="1746504"/>
            <a:ext cx="1661161" cy="91441"/>
          </a:xfrm>
          <a:prstGeom prst="rect">
            <a:avLst/>
          </a:prstGeom>
          <a:solidFill>
            <a:srgbClr val="F28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746504"/>
            <a:ext cx="1661161" cy="91441"/>
          </a:xfrm>
          <a:prstGeom prst="rect">
            <a:avLst/>
          </a:prstGeom>
          <a:solidFill>
            <a:srgbClr val="EDD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41920" y="1746504"/>
            <a:ext cx="1661161" cy="91441"/>
          </a:xfrm>
          <a:prstGeom prst="rect">
            <a:avLst/>
          </a:prstGeom>
          <a:solidFill>
            <a:srgbClr val="308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03080" y="1746504"/>
            <a:ext cx="1661161" cy="91441"/>
          </a:xfrm>
          <a:prstGeom prst="rect">
            <a:avLst/>
          </a:prstGeom>
          <a:solidFill>
            <a:srgbClr val="359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1837944"/>
            <a:ext cx="1661161" cy="91441"/>
          </a:xfrm>
          <a:prstGeom prst="rect">
            <a:avLst/>
          </a:prstGeom>
          <a:solidFill>
            <a:srgbClr val="F9B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58440" y="1837944"/>
            <a:ext cx="1661161" cy="91441"/>
          </a:xfrm>
          <a:prstGeom prst="rect">
            <a:avLst/>
          </a:prstGeom>
          <a:solidFill>
            <a:srgbClr val="F58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9600" y="1837944"/>
            <a:ext cx="1661161" cy="91441"/>
          </a:xfrm>
          <a:prstGeom prst="rect">
            <a:avLst/>
          </a:prstGeom>
          <a:solidFill>
            <a:srgbClr val="F68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837944"/>
            <a:ext cx="1661161" cy="91441"/>
          </a:xfrm>
          <a:prstGeom prst="rect">
            <a:avLst/>
          </a:prstGeom>
          <a:solidFill>
            <a:srgbClr val="3FB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41920" y="1837944"/>
            <a:ext cx="1661161" cy="91441"/>
          </a:xfrm>
          <a:prstGeom prst="rect">
            <a:avLst/>
          </a:prstGeom>
          <a:solidFill>
            <a:srgbClr val="4FD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03080" y="1837944"/>
            <a:ext cx="1661161" cy="91441"/>
          </a:xfrm>
          <a:prstGeom prst="rect">
            <a:avLst/>
          </a:prstGeom>
          <a:solidFill>
            <a:srgbClr val="9FE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1929384"/>
            <a:ext cx="1661161" cy="91441"/>
          </a:xfrm>
          <a:prstGeom prst="rect">
            <a:avLst/>
          </a:prstGeom>
          <a:solidFill>
            <a:srgbClr val="FD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58440" y="1929384"/>
            <a:ext cx="1661161" cy="91441"/>
          </a:xfrm>
          <a:prstGeom prst="rect">
            <a:avLst/>
          </a:prstGeom>
          <a:solidFill>
            <a:srgbClr val="F5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9600" y="1929384"/>
            <a:ext cx="1661161" cy="91441"/>
          </a:xfrm>
          <a:prstGeom prst="rect">
            <a:avLst/>
          </a:prstGeom>
          <a:solidFill>
            <a:srgbClr val="FB9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1929384"/>
            <a:ext cx="1661161" cy="91441"/>
          </a:xfrm>
          <a:prstGeom prst="rect">
            <a:avLst/>
          </a:prstGeom>
          <a:solidFill>
            <a:srgbClr val="96E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929384"/>
            <a:ext cx="1661161" cy="91441"/>
          </a:xfrm>
          <a:prstGeom prst="rect">
            <a:avLst/>
          </a:prstGeom>
          <a:solidFill>
            <a:srgbClr val="329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03080" y="1929384"/>
            <a:ext cx="1661161" cy="91441"/>
          </a:xfrm>
          <a:prstGeom prst="rect">
            <a:avLst/>
          </a:prstGeom>
          <a:solidFill>
            <a:srgbClr val="D9F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" y="2020824"/>
            <a:ext cx="1661161" cy="91441"/>
          </a:xfrm>
          <a:prstGeom prst="rect">
            <a:avLst/>
          </a:prstGeom>
          <a:solidFill>
            <a:srgbClr val="FA9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8440" y="2020824"/>
            <a:ext cx="1661161" cy="91441"/>
          </a:xfrm>
          <a:prstGeom prst="rect">
            <a:avLst/>
          </a:prstGeom>
          <a:solidFill>
            <a:srgbClr val="F79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19600" y="2020824"/>
            <a:ext cx="1661161" cy="91441"/>
          </a:xfrm>
          <a:prstGeom prst="rect">
            <a:avLst/>
          </a:prstGeom>
          <a:solidFill>
            <a:srgbClr val="FE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2020824"/>
            <a:ext cx="1661161" cy="91441"/>
          </a:xfrm>
          <a:prstGeom prst="rect">
            <a:avLst/>
          </a:prstGeom>
          <a:solidFill>
            <a:srgbClr val="2B7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41920" y="2020824"/>
            <a:ext cx="1661161" cy="91441"/>
          </a:xfrm>
          <a:prstGeom prst="rect">
            <a:avLst/>
          </a:prstGeom>
          <a:solidFill>
            <a:srgbClr val="46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3080" y="2020824"/>
            <a:ext cx="1661161" cy="91441"/>
          </a:xfrm>
          <a:prstGeom prst="rect">
            <a:avLst/>
          </a:prstGeom>
          <a:solidFill>
            <a:srgbClr val="F6B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2112264"/>
            <a:ext cx="1661161" cy="91441"/>
          </a:xfrm>
          <a:prstGeom prst="rect">
            <a:avLst/>
          </a:prstGeom>
          <a:solidFill>
            <a:srgbClr val="F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58440" y="2112264"/>
            <a:ext cx="1661161" cy="91441"/>
          </a:xfrm>
          <a:prstGeom prst="rect">
            <a:avLst/>
          </a:prstGeom>
          <a:solidFill>
            <a:srgbClr val="F9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19600" y="2112264"/>
            <a:ext cx="1661161" cy="91441"/>
          </a:xfrm>
          <a:prstGeom prst="rect">
            <a:avLst/>
          </a:prstGeom>
          <a:solidFill>
            <a:srgbClr val="FAB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0760" y="2112264"/>
            <a:ext cx="1661161" cy="91441"/>
          </a:xfrm>
          <a:prstGeom prst="rect">
            <a:avLst/>
          </a:prstGeom>
          <a:solidFill>
            <a:srgbClr val="369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41920" y="2112264"/>
            <a:ext cx="1661161" cy="91441"/>
          </a:xfrm>
          <a:prstGeom prst="rect">
            <a:avLst/>
          </a:prstGeom>
          <a:solidFill>
            <a:srgbClr val="D9F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03080" y="2112264"/>
            <a:ext cx="1661161" cy="91441"/>
          </a:xfrm>
          <a:prstGeom prst="rect">
            <a:avLst/>
          </a:prstGeom>
          <a:solidFill>
            <a:srgbClr val="F8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0" y="2203704"/>
            <a:ext cx="1661161" cy="91441"/>
          </a:xfrm>
          <a:prstGeom prst="rect">
            <a:avLst/>
          </a:prstGeom>
          <a:solidFill>
            <a:srgbClr val="F79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58440" y="2203704"/>
            <a:ext cx="1661161" cy="91441"/>
          </a:xfrm>
          <a:prstGeom prst="rect">
            <a:avLst/>
          </a:prstGeom>
          <a:solidFill>
            <a:srgbClr val="FA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19600" y="2203704"/>
            <a:ext cx="1661161" cy="91441"/>
          </a:xfrm>
          <a:prstGeom prst="rect">
            <a:avLst/>
          </a:prstGeom>
          <a:solidFill>
            <a:srgbClr val="F4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0760" y="2203704"/>
            <a:ext cx="1661161" cy="91441"/>
          </a:xfrm>
          <a:prstGeom prst="rect">
            <a:avLst/>
          </a:prstGeom>
          <a:solidFill>
            <a:srgbClr val="E9E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1920" y="2203704"/>
            <a:ext cx="1661161" cy="91441"/>
          </a:xfrm>
          <a:prstGeom prst="rect">
            <a:avLst/>
          </a:prstGeom>
          <a:solidFill>
            <a:srgbClr val="F0D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03080" y="2203704"/>
            <a:ext cx="1661161" cy="91441"/>
          </a:xfrm>
          <a:prstGeom prst="rect">
            <a:avLst/>
          </a:prstGeom>
          <a:solidFill>
            <a:srgbClr val="FEA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7280" y="2295144"/>
            <a:ext cx="1661161" cy="91441"/>
          </a:xfrm>
          <a:prstGeom prst="rect">
            <a:avLst/>
          </a:prstGeom>
          <a:solidFill>
            <a:srgbClr val="F5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58440" y="2295144"/>
            <a:ext cx="1661161" cy="91441"/>
          </a:xfrm>
          <a:prstGeom prst="rect">
            <a:avLst/>
          </a:prstGeom>
          <a:solidFill>
            <a:srgbClr val="FDA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19600" y="2295144"/>
            <a:ext cx="1661161" cy="91441"/>
          </a:xfrm>
          <a:prstGeom prst="rect">
            <a:avLst/>
          </a:prstGeom>
          <a:solidFill>
            <a:srgbClr val="EBD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80760" y="2295144"/>
            <a:ext cx="1661161" cy="91441"/>
          </a:xfrm>
          <a:prstGeom prst="rect">
            <a:avLst/>
          </a:prstGeom>
          <a:solidFill>
            <a:srgbClr val="F99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41920" y="2295144"/>
            <a:ext cx="1661161" cy="91441"/>
          </a:xfrm>
          <a:prstGeom prst="rect">
            <a:avLst/>
          </a:prstGeom>
          <a:solidFill>
            <a:srgbClr val="E9E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03080" y="2295144"/>
            <a:ext cx="1661161" cy="91441"/>
          </a:xfrm>
          <a:prstGeom prst="rect">
            <a:avLst/>
          </a:prstGeom>
          <a:solidFill>
            <a:srgbClr val="F9B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97280" y="2386584"/>
            <a:ext cx="1661161" cy="91441"/>
          </a:xfrm>
          <a:prstGeom prst="rect">
            <a:avLst/>
          </a:prstGeom>
          <a:solidFill>
            <a:srgbClr val="F48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58440" y="2386584"/>
            <a:ext cx="1661161" cy="91441"/>
          </a:xfrm>
          <a:prstGeom prst="rect">
            <a:avLst/>
          </a:prstGeom>
          <a:solidFill>
            <a:srgbClr val="FBB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19600" y="2386584"/>
            <a:ext cx="1661161" cy="91441"/>
          </a:xfrm>
          <a:prstGeom prst="rect">
            <a:avLst/>
          </a:prstGeom>
          <a:solidFill>
            <a:srgbClr val="B1E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80760" y="2386584"/>
            <a:ext cx="1661161" cy="91441"/>
          </a:xfrm>
          <a:prstGeom prst="rect">
            <a:avLst/>
          </a:prstGeom>
          <a:solidFill>
            <a:srgbClr val="F68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41920" y="2386584"/>
            <a:ext cx="1661161" cy="91441"/>
          </a:xfrm>
          <a:prstGeom prst="rect">
            <a:avLst/>
          </a:prstGeom>
          <a:solidFill>
            <a:srgbClr val="EDD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03080" y="2386584"/>
            <a:ext cx="1661161" cy="91441"/>
          </a:xfrm>
          <a:prstGeom prst="rect">
            <a:avLst/>
          </a:prstGeom>
          <a:solidFill>
            <a:srgbClr val="41C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97280" y="2478024"/>
            <a:ext cx="1661161" cy="91441"/>
          </a:xfrm>
          <a:prstGeom prst="rect">
            <a:avLst/>
          </a:prstGeom>
          <a:solidFill>
            <a:srgbClr val="F6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58440" y="2478024"/>
            <a:ext cx="1661161" cy="91441"/>
          </a:xfrm>
          <a:prstGeom prst="rect">
            <a:avLst/>
          </a:prstGeom>
          <a:solidFill>
            <a:srgbClr val="F0D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19600" y="2478024"/>
            <a:ext cx="1661161" cy="91441"/>
          </a:xfrm>
          <a:prstGeom prst="rect">
            <a:avLst/>
          </a:prstGeom>
          <a:solidFill>
            <a:srgbClr val="43C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80760" y="2478024"/>
            <a:ext cx="1661161" cy="91441"/>
          </a:xfrm>
          <a:prstGeom prst="rect">
            <a:avLst/>
          </a:prstGeom>
          <a:solidFill>
            <a:srgbClr val="F0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41920" y="2478024"/>
            <a:ext cx="1661161" cy="91441"/>
          </a:xfrm>
          <a:prstGeom prst="rect">
            <a:avLst/>
          </a:prstGeom>
          <a:solidFill>
            <a:srgbClr val="A3E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03080" y="2478024"/>
            <a:ext cx="1661161" cy="91441"/>
          </a:xfrm>
          <a:prstGeom prst="rect">
            <a:avLst/>
          </a:prstGeom>
          <a:solidFill>
            <a:srgbClr val="308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97280" y="2569464"/>
            <a:ext cx="1661161" cy="91441"/>
          </a:xfrm>
          <a:prstGeom prst="rect">
            <a:avLst/>
          </a:prstGeom>
          <a:solidFill>
            <a:srgbClr val="FD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58440" y="2569464"/>
            <a:ext cx="1661161" cy="91441"/>
          </a:xfrm>
          <a:prstGeom prst="rect">
            <a:avLst/>
          </a:prstGeom>
          <a:solidFill>
            <a:srgbClr val="C9E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19600" y="2569464"/>
            <a:ext cx="1661161" cy="91441"/>
          </a:xfrm>
          <a:prstGeom prst="rect">
            <a:avLst/>
          </a:prstGeom>
          <a:solidFill>
            <a:srgbClr val="339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80760" y="2569464"/>
            <a:ext cx="1661161" cy="91441"/>
          </a:xfrm>
          <a:prstGeom prst="rect">
            <a:avLst/>
          </a:prstGeom>
          <a:solidFill>
            <a:srgbClr val="95E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41920" y="2569464"/>
            <a:ext cx="1661161" cy="91441"/>
          </a:xfrm>
          <a:prstGeom prst="rect">
            <a:avLst/>
          </a:prstGeom>
          <a:solidFill>
            <a:srgbClr val="CBE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403080" y="2569464"/>
            <a:ext cx="1661161" cy="91441"/>
          </a:xfrm>
          <a:prstGeom prst="rect">
            <a:avLst/>
          </a:prstGeom>
          <a:solidFill>
            <a:srgbClr val="42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7280" y="2660904"/>
            <a:ext cx="1661161" cy="91441"/>
          </a:xfrm>
          <a:prstGeom prst="rect">
            <a:avLst/>
          </a:prstGeom>
          <a:solidFill>
            <a:srgbClr val="F4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58440" y="2660904"/>
            <a:ext cx="1661161" cy="91441"/>
          </a:xfrm>
          <a:prstGeom prst="rect">
            <a:avLst/>
          </a:prstGeom>
          <a:solidFill>
            <a:srgbClr val="44C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19600" y="2660904"/>
            <a:ext cx="1661161" cy="91441"/>
          </a:xfrm>
          <a:prstGeom prst="rect">
            <a:avLst/>
          </a:prstGeom>
          <a:solidFill>
            <a:srgbClr val="27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080760" y="2660904"/>
            <a:ext cx="1661161" cy="91441"/>
          </a:xfrm>
          <a:prstGeom prst="rect">
            <a:avLst/>
          </a:prstGeom>
          <a:solidFill>
            <a:srgbClr val="E6E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41920" y="2660904"/>
            <a:ext cx="1661161" cy="91441"/>
          </a:xfrm>
          <a:prstGeom prst="rect">
            <a:avLst/>
          </a:prstGeom>
          <a:solidFill>
            <a:srgbClr val="50D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03080" y="2660904"/>
            <a:ext cx="1661161" cy="91441"/>
          </a:xfrm>
          <a:prstGeom prst="rect">
            <a:avLst/>
          </a:prstGeom>
          <a:solidFill>
            <a:srgbClr val="4FD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97280" y="2752344"/>
            <a:ext cx="1661161" cy="91441"/>
          </a:xfrm>
          <a:prstGeom prst="rect">
            <a:avLst/>
          </a:prstGeom>
          <a:solidFill>
            <a:srgbClr val="DAF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58440" y="2752344"/>
            <a:ext cx="1661161" cy="91441"/>
          </a:xfrm>
          <a:prstGeom prst="rect">
            <a:avLst/>
          </a:prstGeom>
          <a:solidFill>
            <a:srgbClr val="329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19600" y="2752344"/>
            <a:ext cx="1661161" cy="91441"/>
          </a:xfrm>
          <a:prstGeom prst="rect">
            <a:avLst/>
          </a:prstGeom>
          <a:solidFill>
            <a:srgbClr val="21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80760" y="2752344"/>
            <a:ext cx="1661161" cy="91441"/>
          </a:xfrm>
          <a:prstGeom prst="rect">
            <a:avLst/>
          </a:prstGeom>
          <a:solidFill>
            <a:srgbClr val="C3E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41920" y="2752344"/>
            <a:ext cx="1661161" cy="91441"/>
          </a:xfrm>
          <a:prstGeom prst="rect">
            <a:avLst/>
          </a:prstGeom>
          <a:solidFill>
            <a:srgbClr val="3CB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403080" y="2752344"/>
            <a:ext cx="1661161" cy="91441"/>
          </a:xfrm>
          <a:prstGeom prst="rect">
            <a:avLst/>
          </a:prstGeom>
          <a:solidFill>
            <a:srgbClr val="E4F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97280" y="2843784"/>
            <a:ext cx="1661161" cy="91441"/>
          </a:xfrm>
          <a:prstGeom prst="rect">
            <a:avLst/>
          </a:prstGeom>
          <a:solidFill>
            <a:srgbClr val="44C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58440" y="2843784"/>
            <a:ext cx="1661161" cy="91441"/>
          </a:xfrm>
          <a:prstGeom prst="rect">
            <a:avLst/>
          </a:prstGeom>
          <a:solidFill>
            <a:srgbClr val="26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419600" y="2843784"/>
            <a:ext cx="1661161" cy="91441"/>
          </a:xfrm>
          <a:prstGeom prst="rect">
            <a:avLst/>
          </a:prstGeom>
          <a:solidFill>
            <a:srgbClr val="246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080760" y="2843784"/>
            <a:ext cx="1661161" cy="91441"/>
          </a:xfrm>
          <a:prstGeom prst="rect">
            <a:avLst/>
          </a:prstGeom>
          <a:solidFill>
            <a:srgbClr val="74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741920" y="2843784"/>
            <a:ext cx="1661161" cy="91441"/>
          </a:xfrm>
          <a:prstGeom prst="rect">
            <a:avLst/>
          </a:prstGeom>
          <a:solidFill>
            <a:srgbClr val="B4E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403080" y="2843784"/>
            <a:ext cx="1661161" cy="91441"/>
          </a:xfrm>
          <a:prstGeom prst="rect">
            <a:avLst/>
          </a:prstGeom>
          <a:solidFill>
            <a:srgbClr val="FB9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97280" y="2935224"/>
            <a:ext cx="1661161" cy="91441"/>
          </a:xfrm>
          <a:prstGeom prst="rect">
            <a:avLst/>
          </a:prstGeom>
          <a:solidFill>
            <a:srgbClr val="339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58440" y="2935224"/>
            <a:ext cx="1661161" cy="91441"/>
          </a:xfrm>
          <a:prstGeom prst="rect">
            <a:avLst/>
          </a:prstGeom>
          <a:solidFill>
            <a:srgbClr val="21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419600" y="2935224"/>
            <a:ext cx="1661161" cy="91441"/>
          </a:xfrm>
          <a:prstGeom prst="rect">
            <a:avLst/>
          </a:prstGeom>
          <a:solidFill>
            <a:srgbClr val="2E8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080760" y="2935224"/>
            <a:ext cx="1661161" cy="91441"/>
          </a:xfrm>
          <a:prstGeom prst="rect">
            <a:avLst/>
          </a:prstGeom>
          <a:solidFill>
            <a:srgbClr val="65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741920" y="2935224"/>
            <a:ext cx="1661161" cy="91441"/>
          </a:xfrm>
          <a:prstGeom prst="rect">
            <a:avLst/>
          </a:prstGeom>
          <a:solidFill>
            <a:srgbClr val="F4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403080" y="2935224"/>
            <a:ext cx="1661161" cy="91441"/>
          </a:xfrm>
          <a:prstGeom prst="rect">
            <a:avLst/>
          </a:prstGeom>
          <a:solidFill>
            <a:srgbClr val="EA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97280" y="3026664"/>
            <a:ext cx="1661161" cy="91441"/>
          </a:xfrm>
          <a:prstGeom prst="rect">
            <a:avLst/>
          </a:prstGeom>
          <a:solidFill>
            <a:srgbClr val="276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58440" y="3026664"/>
            <a:ext cx="1661161" cy="91441"/>
          </a:xfrm>
          <a:prstGeom prst="rect">
            <a:avLst/>
          </a:prstGeom>
          <a:solidFill>
            <a:srgbClr val="246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19600" y="3026664"/>
            <a:ext cx="1661161" cy="91441"/>
          </a:xfrm>
          <a:prstGeom prst="rect">
            <a:avLst/>
          </a:prstGeom>
          <a:solidFill>
            <a:srgbClr val="3EB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080760" y="3026664"/>
            <a:ext cx="1661161" cy="91441"/>
          </a:xfrm>
          <a:prstGeom prst="rect">
            <a:avLst/>
          </a:prstGeom>
          <a:solidFill>
            <a:srgbClr val="7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741920" y="3026664"/>
            <a:ext cx="1661161" cy="91441"/>
          </a:xfrm>
          <a:prstGeom prst="rect">
            <a:avLst/>
          </a:prstGeom>
          <a:solidFill>
            <a:srgbClr val="F1C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403080" y="3026664"/>
            <a:ext cx="1661161" cy="91441"/>
          </a:xfrm>
          <a:prstGeom prst="rect">
            <a:avLst/>
          </a:prstGeom>
          <a:solidFill>
            <a:srgbClr val="EBD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97280" y="3118104"/>
            <a:ext cx="1661161" cy="91441"/>
          </a:xfrm>
          <a:prstGeom prst="rect">
            <a:avLst/>
          </a:prstGeom>
          <a:solidFill>
            <a:srgbClr val="226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58440" y="3118104"/>
            <a:ext cx="1661161" cy="91441"/>
          </a:xfrm>
          <a:prstGeom prst="rect">
            <a:avLst/>
          </a:prstGeom>
          <a:solidFill>
            <a:srgbClr val="2F8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419600" y="3118104"/>
            <a:ext cx="1661161" cy="91441"/>
          </a:xfrm>
          <a:prstGeom prst="rect">
            <a:avLst/>
          </a:prstGeom>
          <a:solidFill>
            <a:srgbClr val="9CE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080760" y="3118104"/>
            <a:ext cx="1661161" cy="91441"/>
          </a:xfrm>
          <a:prstGeom prst="rect">
            <a:avLst/>
          </a:prstGeom>
          <a:solidFill>
            <a:srgbClr val="E8E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741920" y="3118104"/>
            <a:ext cx="1661161" cy="91441"/>
          </a:xfrm>
          <a:prstGeom prst="rect">
            <a:avLst/>
          </a:prstGeom>
          <a:solidFill>
            <a:srgbClr val="EED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03080" y="3118104"/>
            <a:ext cx="1661161" cy="91441"/>
          </a:xfrm>
          <a:prstGeom prst="rect">
            <a:avLst/>
          </a:prstGeom>
          <a:solidFill>
            <a:srgbClr val="E7E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97280" y="3209544"/>
            <a:ext cx="1661161" cy="91441"/>
          </a:xfrm>
          <a:prstGeom prst="rect">
            <a:avLst/>
          </a:prstGeom>
          <a:solidFill>
            <a:srgbClr val="266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58440" y="3209544"/>
            <a:ext cx="1661161" cy="91441"/>
          </a:xfrm>
          <a:prstGeom prst="rect">
            <a:avLst/>
          </a:prstGeom>
          <a:solidFill>
            <a:srgbClr val="3EB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419600" y="3209544"/>
            <a:ext cx="1661161" cy="91441"/>
          </a:xfrm>
          <a:prstGeom prst="rect">
            <a:avLst/>
          </a:prstGeom>
          <a:solidFill>
            <a:srgbClr val="EBD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080760" y="3209544"/>
            <a:ext cx="1661161" cy="91441"/>
          </a:xfrm>
          <a:prstGeom prst="rect">
            <a:avLst/>
          </a:prstGeom>
          <a:solidFill>
            <a:srgbClr val="FA9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741920" y="3209544"/>
            <a:ext cx="1661161" cy="91441"/>
          </a:xfrm>
          <a:prstGeom prst="rect">
            <a:avLst/>
          </a:prstGeom>
          <a:solidFill>
            <a:srgbClr val="F2C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403080" y="3209544"/>
            <a:ext cx="1661161" cy="91441"/>
          </a:xfrm>
          <a:prstGeom prst="rect">
            <a:avLst/>
          </a:prstGeom>
          <a:solidFill>
            <a:srgbClr val="89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97280" y="3300984"/>
            <a:ext cx="1661161" cy="91441"/>
          </a:xfrm>
          <a:prstGeom prst="rect">
            <a:avLst/>
          </a:prstGeom>
          <a:solidFill>
            <a:srgbClr val="318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58440" y="3300984"/>
            <a:ext cx="1661161" cy="91441"/>
          </a:xfrm>
          <a:prstGeom prst="rect">
            <a:avLst/>
          </a:prstGeom>
          <a:solidFill>
            <a:srgbClr val="89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419600" y="3300984"/>
            <a:ext cx="1661161" cy="91441"/>
          </a:xfrm>
          <a:prstGeom prst="rect">
            <a:avLst/>
          </a:prstGeom>
          <a:solidFill>
            <a:srgbClr val="F7B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080760" y="3300984"/>
            <a:ext cx="1661161" cy="91441"/>
          </a:xfrm>
          <a:prstGeom prst="rect">
            <a:avLst/>
          </a:prstGeom>
          <a:solidFill>
            <a:srgbClr val="F0D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741920" y="3300984"/>
            <a:ext cx="1661161" cy="91441"/>
          </a:xfrm>
          <a:prstGeom prst="rect">
            <a:avLst/>
          </a:prstGeom>
          <a:solidFill>
            <a:srgbClr val="AEE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403080" y="3300984"/>
            <a:ext cx="1661161" cy="91441"/>
          </a:xfrm>
          <a:prstGeom prst="rect">
            <a:avLst/>
          </a:prstGeom>
          <a:solidFill>
            <a:srgbClr val="D0E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97280" y="3392424"/>
            <a:ext cx="1661161" cy="91441"/>
          </a:xfrm>
          <a:prstGeom prst="rect">
            <a:avLst/>
          </a:prstGeom>
          <a:solidFill>
            <a:srgbClr val="3EB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758440" y="3392424"/>
            <a:ext cx="1661161" cy="91441"/>
          </a:xfrm>
          <a:prstGeom prst="rect">
            <a:avLst/>
          </a:prstGeom>
          <a:solidFill>
            <a:srgbClr val="E7E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419600" y="3392424"/>
            <a:ext cx="1661161" cy="91441"/>
          </a:xfrm>
          <a:prstGeom prst="rect">
            <a:avLst/>
          </a:prstGeom>
          <a:solidFill>
            <a:srgbClr val="FEA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080760" y="3392424"/>
            <a:ext cx="1661161" cy="91441"/>
          </a:xfrm>
          <a:prstGeom prst="rect">
            <a:avLst/>
          </a:prstGeom>
          <a:solidFill>
            <a:srgbClr val="F6C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741920" y="3392424"/>
            <a:ext cx="1661161" cy="91441"/>
          </a:xfrm>
          <a:prstGeom prst="rect">
            <a:avLst/>
          </a:prstGeom>
          <a:solidFill>
            <a:srgbClr val="92E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403080" y="3392424"/>
            <a:ext cx="1661161" cy="91441"/>
          </a:xfrm>
          <a:prstGeom prst="rect">
            <a:avLst/>
          </a:prstGeom>
          <a:solidFill>
            <a:srgbClr val="308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97280" y="3483864"/>
            <a:ext cx="1661161" cy="91441"/>
          </a:xfrm>
          <a:prstGeom prst="rect">
            <a:avLst/>
          </a:prstGeom>
          <a:solidFill>
            <a:srgbClr val="6F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758440" y="3483864"/>
            <a:ext cx="1661161" cy="91441"/>
          </a:xfrm>
          <a:prstGeom prst="rect">
            <a:avLst/>
          </a:prstGeom>
          <a:solidFill>
            <a:srgbClr val="F1C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419600" y="3483864"/>
            <a:ext cx="1661161" cy="91441"/>
          </a:xfrm>
          <a:prstGeom prst="rect">
            <a:avLst/>
          </a:prstGeom>
          <a:solidFill>
            <a:srgbClr val="FB9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080760" y="3483864"/>
            <a:ext cx="1661161" cy="91441"/>
          </a:xfrm>
          <a:prstGeom prst="rect">
            <a:avLst/>
          </a:prstGeom>
          <a:solidFill>
            <a:srgbClr val="E7E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741920" y="3483864"/>
            <a:ext cx="1661161" cy="91441"/>
          </a:xfrm>
          <a:prstGeom prst="rect">
            <a:avLst/>
          </a:prstGeom>
          <a:solidFill>
            <a:srgbClr val="318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403080" y="3483864"/>
            <a:ext cx="1661161" cy="91441"/>
          </a:xfrm>
          <a:prstGeom prst="rect">
            <a:avLst/>
          </a:prstGeom>
          <a:solidFill>
            <a:srgbClr val="3EB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97280" y="3575304"/>
            <a:ext cx="1661161" cy="91441"/>
          </a:xfrm>
          <a:prstGeom prst="rect">
            <a:avLst/>
          </a:prstGeom>
          <a:solidFill>
            <a:srgbClr val="CFE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758440" y="3575304"/>
            <a:ext cx="1661161" cy="91441"/>
          </a:xfrm>
          <a:prstGeom prst="rect">
            <a:avLst/>
          </a:prstGeom>
          <a:solidFill>
            <a:srgbClr val="F7B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19600" y="3575304"/>
            <a:ext cx="1661161" cy="91441"/>
          </a:xfrm>
          <a:prstGeom prst="rect">
            <a:avLst/>
          </a:prstGeom>
          <a:solidFill>
            <a:srgbClr val="F99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080760" y="3575304"/>
            <a:ext cx="1661161" cy="91441"/>
          </a:xfrm>
          <a:prstGeom prst="rect">
            <a:avLst/>
          </a:prstGeom>
          <a:solidFill>
            <a:srgbClr val="DEF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741920" y="3575304"/>
            <a:ext cx="1661161" cy="91441"/>
          </a:xfrm>
          <a:prstGeom prst="rect">
            <a:avLst/>
          </a:prstGeom>
          <a:solidFill>
            <a:srgbClr val="45C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403080" y="3575304"/>
            <a:ext cx="1661161" cy="91441"/>
          </a:xfrm>
          <a:prstGeom prst="rect">
            <a:avLst/>
          </a:prstGeom>
          <a:solidFill>
            <a:srgbClr val="C1E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97280" y="3666744"/>
            <a:ext cx="1661161" cy="91441"/>
          </a:xfrm>
          <a:prstGeom prst="rect">
            <a:avLst/>
          </a:prstGeom>
          <a:solidFill>
            <a:srgbClr val="E9E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758440" y="3666744"/>
            <a:ext cx="1661161" cy="91441"/>
          </a:xfrm>
          <a:prstGeom prst="rect">
            <a:avLst/>
          </a:prstGeom>
          <a:solidFill>
            <a:srgbClr val="FC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419600" y="3666744"/>
            <a:ext cx="1661161" cy="91441"/>
          </a:xfrm>
          <a:prstGeom prst="rect">
            <a:avLst/>
          </a:prstGeom>
          <a:solidFill>
            <a:srgbClr val="F89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080760" y="3666744"/>
            <a:ext cx="1661161" cy="91441"/>
          </a:xfrm>
          <a:prstGeom prst="rect">
            <a:avLst/>
          </a:prstGeom>
          <a:solidFill>
            <a:srgbClr val="45C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741920" y="3666744"/>
            <a:ext cx="1661161" cy="91441"/>
          </a:xfrm>
          <a:prstGeom prst="rect">
            <a:avLst/>
          </a:prstGeom>
          <a:solidFill>
            <a:srgbClr val="E4F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403080" y="3666744"/>
            <a:ext cx="1661161" cy="91441"/>
          </a:xfrm>
          <a:prstGeom prst="rect">
            <a:avLst/>
          </a:prstGeom>
          <a:solidFill>
            <a:srgbClr val="FBB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97280" y="3758184"/>
            <a:ext cx="1661161" cy="91441"/>
          </a:xfrm>
          <a:prstGeom prst="rect">
            <a:avLst/>
          </a:prstGeom>
          <a:solidFill>
            <a:srgbClr val="F0D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758440" y="3758184"/>
            <a:ext cx="1661161" cy="91441"/>
          </a:xfrm>
          <a:prstGeom prst="rect">
            <a:avLst/>
          </a:prstGeom>
          <a:solidFill>
            <a:srgbClr val="FD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419600" y="3758184"/>
            <a:ext cx="1661161" cy="91441"/>
          </a:xfrm>
          <a:prstGeom prst="rect">
            <a:avLst/>
          </a:prstGeom>
          <a:solidFill>
            <a:srgbClr val="F5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080760" y="3758184"/>
            <a:ext cx="1661161" cy="91441"/>
          </a:xfrm>
          <a:prstGeom prst="rect">
            <a:avLst/>
          </a:prstGeom>
          <a:solidFill>
            <a:srgbClr val="38A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741920" y="3758184"/>
            <a:ext cx="1661161" cy="91441"/>
          </a:xfrm>
          <a:prstGeom prst="rect">
            <a:avLst/>
          </a:prstGeom>
          <a:solidFill>
            <a:srgbClr val="56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403080" y="3758184"/>
            <a:ext cx="1661161" cy="91441"/>
          </a:xfrm>
          <a:prstGeom prst="rect">
            <a:avLst/>
          </a:prstGeom>
          <a:solidFill>
            <a:srgbClr val="F4C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97280" y="3849624"/>
            <a:ext cx="1661161" cy="91441"/>
          </a:xfrm>
          <a:prstGeom prst="rect">
            <a:avLst/>
          </a:prstGeom>
          <a:solidFill>
            <a:srgbClr val="F6C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758440" y="3849624"/>
            <a:ext cx="1661161" cy="91441"/>
          </a:xfrm>
          <a:prstGeom prst="rect">
            <a:avLst/>
          </a:prstGeom>
          <a:solidFill>
            <a:srgbClr val="F89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419600" y="3849624"/>
            <a:ext cx="1661161" cy="91441"/>
          </a:xfrm>
          <a:prstGeom prst="rect">
            <a:avLst/>
          </a:prstGeom>
          <a:solidFill>
            <a:srgbClr val="F4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80760" y="3849624"/>
            <a:ext cx="1661161" cy="91441"/>
          </a:xfrm>
          <a:prstGeom prst="rect">
            <a:avLst/>
          </a:prstGeom>
          <a:solidFill>
            <a:srgbClr val="61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741920" y="3849624"/>
            <a:ext cx="1661161" cy="91441"/>
          </a:xfrm>
          <a:prstGeom prst="rect">
            <a:avLst/>
          </a:prstGeom>
          <a:solidFill>
            <a:srgbClr val="EBD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403080" y="3849624"/>
            <a:ext cx="1661161" cy="91441"/>
          </a:xfrm>
          <a:prstGeom prst="rect">
            <a:avLst/>
          </a:prstGeom>
          <a:solidFill>
            <a:srgbClr val="ED7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315968" y="3959352"/>
            <a:ext cx="445771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825419" y="3959352"/>
            <a:ext cx="445771" cy="182880"/>
          </a:xfrm>
          <a:prstGeom prst="rect">
            <a:avLst/>
          </a:prstGeom>
          <a:solidFill>
            <a:srgbClr val="2E8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334870" y="3959352"/>
            <a:ext cx="445771" cy="182880"/>
          </a:xfrm>
          <a:prstGeom prst="rect">
            <a:avLst/>
          </a:prstGeom>
          <a:solidFill>
            <a:srgbClr val="3FB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844322" y="3959352"/>
            <a:ext cx="445771" cy="182880"/>
          </a:xfrm>
          <a:prstGeom prst="rect">
            <a:avLst/>
          </a:prstGeom>
          <a:solidFill>
            <a:srgbClr val="99E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353773" y="3959352"/>
            <a:ext cx="445771" cy="182880"/>
          </a:xfrm>
          <a:prstGeom prst="rect">
            <a:avLst/>
          </a:prstGeom>
          <a:solidFill>
            <a:srgbClr val="ECD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63225" y="3959352"/>
            <a:ext cx="445771" cy="182880"/>
          </a:xfrm>
          <a:prstGeom prst="rect">
            <a:avLst/>
          </a:prstGeom>
          <a:solidFill>
            <a:srgbClr val="FDA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372676" y="3959352"/>
            <a:ext cx="445771" cy="182880"/>
          </a:xfrm>
          <a:prstGeom prst="rect">
            <a:avLst/>
          </a:prstGeom>
          <a:solidFill>
            <a:srgbClr val="EF7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882128" y="3959352"/>
            <a:ext cx="445771" cy="182880"/>
          </a:xfrm>
          <a:prstGeom prst="rect">
            <a:avLst/>
          </a:prstGeom>
          <a:solidFill>
            <a:srgbClr val="DE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840480" y="3877056"/>
            <a:ext cx="457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8CBEA"/>
                </a:solidFill>
                <a:latin typeface="Aptos"/>
              </a:rPr>
              <a:t>low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3877056"/>
            <a:ext cx="548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B8CBEA"/>
                </a:solidFill>
                <a:latin typeface="Aptos"/>
              </a:rPr>
              <a:t>high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14400" y="4416552"/>
            <a:ext cx="4846320" cy="2057400"/>
          </a:xfrm>
          <a:prstGeom prst="roundRect">
            <a:avLst>
              <a:gd name="adj" fmla="val 5000"/>
            </a:avLst>
          </a:prstGeom>
          <a:solidFill>
            <a:srgbClr val="0D1F46"/>
          </a:solidFill>
          <a:ln w="15875">
            <a:solidFill>
              <a:srgbClr val="2B7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6428232" y="4416552"/>
            <a:ext cx="4846320" cy="2057400"/>
          </a:xfrm>
          <a:prstGeom prst="roundRect">
            <a:avLst>
              <a:gd name="adj" fmla="val 5000"/>
            </a:avLst>
          </a:prstGeom>
          <a:solidFill>
            <a:srgbClr val="0D1F46"/>
          </a:solidFill>
          <a:ln w="15875">
            <a:solidFill>
              <a:srgbClr val="2B7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606040" y="448056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8FBFF"/>
                </a:solidFill>
                <a:latin typeface="Aptos"/>
              </a:rPr>
              <a:t>Wave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028431" y="448056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8FBFF"/>
                </a:solidFill>
                <a:latin typeface="Aptos"/>
              </a:rPr>
              <a:t>Shake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3000" y="4937760"/>
            <a:ext cx="731521" cy="85726"/>
          </a:xfrm>
          <a:prstGeom prst="rect">
            <a:avLst/>
          </a:prstGeom>
          <a:solidFill>
            <a:srgbClr val="D1E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874520" y="4937760"/>
            <a:ext cx="731521" cy="85726"/>
          </a:xfrm>
          <a:prstGeom prst="rect">
            <a:avLst/>
          </a:prstGeom>
          <a:solidFill>
            <a:srgbClr val="F89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606040" y="4937760"/>
            <a:ext cx="731521" cy="85726"/>
          </a:xfrm>
          <a:prstGeom prst="rect">
            <a:avLst/>
          </a:prstGeom>
          <a:solidFill>
            <a:srgbClr val="E96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337560" y="4937760"/>
            <a:ext cx="731521" cy="85726"/>
          </a:xfrm>
          <a:prstGeom prst="rect">
            <a:avLst/>
          </a:prstGeom>
          <a:solidFill>
            <a:srgbClr val="F3C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069080" y="4937760"/>
            <a:ext cx="731521" cy="85726"/>
          </a:xfrm>
          <a:prstGeom prst="rect">
            <a:avLst/>
          </a:prstGeom>
          <a:solidFill>
            <a:srgbClr val="44C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800600" y="4937760"/>
            <a:ext cx="731521" cy="85726"/>
          </a:xfrm>
          <a:prstGeom prst="rect">
            <a:avLst/>
          </a:prstGeom>
          <a:solidFill>
            <a:srgbClr val="287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43000" y="5023485"/>
            <a:ext cx="731521" cy="85726"/>
          </a:xfrm>
          <a:prstGeom prst="rect">
            <a:avLst/>
          </a:prstGeom>
          <a:solidFill>
            <a:srgbClr val="F1C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874520" y="5023485"/>
            <a:ext cx="731521" cy="85726"/>
          </a:xfrm>
          <a:prstGeom prst="rect">
            <a:avLst/>
          </a:prstGeom>
          <a:solidFill>
            <a:srgbClr val="EB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606040" y="5023485"/>
            <a:ext cx="731521" cy="85726"/>
          </a:xfrm>
          <a:prstGeom prst="rect">
            <a:avLst/>
          </a:prstGeom>
          <a:solidFill>
            <a:srgbClr val="F89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337560" y="5023485"/>
            <a:ext cx="731521" cy="85726"/>
          </a:xfrm>
          <a:prstGeom prst="rect">
            <a:avLst/>
          </a:prstGeom>
          <a:solidFill>
            <a:srgbClr val="E5EE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069080" y="5023485"/>
            <a:ext cx="731521" cy="85726"/>
          </a:xfrm>
          <a:prstGeom prst="rect">
            <a:avLst/>
          </a:prstGeom>
          <a:solidFill>
            <a:srgbClr val="2F8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800600" y="5023485"/>
            <a:ext cx="731521" cy="85726"/>
          </a:xfrm>
          <a:prstGeom prst="rect">
            <a:avLst/>
          </a:prstGeom>
          <a:solidFill>
            <a:srgbClr val="246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143000" y="5109210"/>
            <a:ext cx="731521" cy="85726"/>
          </a:xfrm>
          <a:prstGeom prst="rect">
            <a:avLst/>
          </a:prstGeom>
          <a:solidFill>
            <a:srgbClr val="F8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874520" y="5109210"/>
            <a:ext cx="731521" cy="85726"/>
          </a:xfrm>
          <a:prstGeom prst="rect">
            <a:avLst/>
          </a:prstGeom>
          <a:solidFill>
            <a:srgbClr val="E6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606040" y="5109210"/>
            <a:ext cx="731521" cy="85726"/>
          </a:xfrm>
          <a:prstGeom prst="rect">
            <a:avLst/>
          </a:prstGeom>
          <a:solidFill>
            <a:srgbClr val="F8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337560" y="5109210"/>
            <a:ext cx="731521" cy="85726"/>
          </a:xfrm>
          <a:prstGeom prst="rect">
            <a:avLst/>
          </a:prstGeom>
          <a:solidFill>
            <a:srgbClr val="45C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069080" y="5109210"/>
            <a:ext cx="731521" cy="85726"/>
          </a:xfrm>
          <a:prstGeom prst="rect">
            <a:avLst/>
          </a:prstGeom>
          <a:solidFill>
            <a:srgbClr val="2D8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800600" y="5109210"/>
            <a:ext cx="731521" cy="85726"/>
          </a:xfrm>
          <a:prstGeom prst="rect">
            <a:avLst/>
          </a:prstGeom>
          <a:solidFill>
            <a:srgbClr val="369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143000" y="5194935"/>
            <a:ext cx="731521" cy="85726"/>
          </a:xfrm>
          <a:prstGeom prst="rect">
            <a:avLst/>
          </a:prstGeom>
          <a:solidFill>
            <a:srgbClr val="EC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874520" y="5194935"/>
            <a:ext cx="731521" cy="85726"/>
          </a:xfrm>
          <a:prstGeom prst="rect">
            <a:avLst/>
          </a:prstGeom>
          <a:solidFill>
            <a:srgbClr val="F17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2606040" y="5194935"/>
            <a:ext cx="731521" cy="85726"/>
          </a:xfrm>
          <a:prstGeom prst="rect">
            <a:avLst/>
          </a:prstGeom>
          <a:solidFill>
            <a:srgbClr val="F1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337560" y="5194935"/>
            <a:ext cx="731521" cy="85726"/>
          </a:xfrm>
          <a:prstGeom prst="rect">
            <a:avLst/>
          </a:prstGeom>
          <a:solidFill>
            <a:srgbClr val="339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069080" y="5194935"/>
            <a:ext cx="731521" cy="85726"/>
          </a:xfrm>
          <a:prstGeom prst="rect">
            <a:avLst/>
          </a:prstGeom>
          <a:solidFill>
            <a:srgbClr val="2D8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800600" y="5194935"/>
            <a:ext cx="731521" cy="85726"/>
          </a:xfrm>
          <a:prstGeom prst="rect">
            <a:avLst/>
          </a:prstGeom>
          <a:solidFill>
            <a:srgbClr val="3BA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43000" y="5280660"/>
            <a:ext cx="731521" cy="85726"/>
          </a:xfrm>
          <a:prstGeom prst="rect">
            <a:avLst/>
          </a:prstGeom>
          <a:solidFill>
            <a:srgbClr val="EE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874520" y="5280660"/>
            <a:ext cx="731521" cy="85726"/>
          </a:xfrm>
          <a:prstGeom prst="rect">
            <a:avLst/>
          </a:prstGeom>
          <a:solidFill>
            <a:srgbClr val="FDA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606040" y="5280660"/>
            <a:ext cx="731521" cy="85726"/>
          </a:xfrm>
          <a:prstGeom prst="rect">
            <a:avLst/>
          </a:prstGeom>
          <a:solidFill>
            <a:srgbClr val="70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3337560" y="5280660"/>
            <a:ext cx="731521" cy="85726"/>
          </a:xfrm>
          <a:prstGeom prst="rect">
            <a:avLst/>
          </a:prstGeom>
          <a:solidFill>
            <a:srgbClr val="318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069080" y="5280660"/>
            <a:ext cx="731521" cy="85726"/>
          </a:xfrm>
          <a:prstGeom prst="rect">
            <a:avLst/>
          </a:prstGeom>
          <a:solidFill>
            <a:srgbClr val="2A7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800600" y="5280660"/>
            <a:ext cx="731521" cy="85726"/>
          </a:xfrm>
          <a:prstGeom prst="rect">
            <a:avLst/>
          </a:prstGeom>
          <a:solidFill>
            <a:srgbClr val="94E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143000" y="5366385"/>
            <a:ext cx="731521" cy="85726"/>
          </a:xfrm>
          <a:prstGeom prst="rect">
            <a:avLst/>
          </a:prstGeom>
          <a:solidFill>
            <a:srgbClr val="EB6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874520" y="5366385"/>
            <a:ext cx="731521" cy="85726"/>
          </a:xfrm>
          <a:prstGeom prst="rect">
            <a:avLst/>
          </a:prstGeom>
          <a:solidFill>
            <a:srgbClr val="E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606040" y="5366385"/>
            <a:ext cx="731521" cy="85726"/>
          </a:xfrm>
          <a:prstGeom prst="rect">
            <a:avLst/>
          </a:prstGeom>
          <a:solidFill>
            <a:srgbClr val="3D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3337560" y="5366385"/>
            <a:ext cx="731521" cy="85726"/>
          </a:xfrm>
          <a:prstGeom prst="rect">
            <a:avLst/>
          </a:prstGeom>
          <a:solidFill>
            <a:srgbClr val="236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069080" y="5366385"/>
            <a:ext cx="731521" cy="85726"/>
          </a:xfrm>
          <a:prstGeom prst="rect">
            <a:avLst/>
          </a:prstGeom>
          <a:solidFill>
            <a:srgbClr val="349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800600" y="5366385"/>
            <a:ext cx="731521" cy="85726"/>
          </a:xfrm>
          <a:prstGeom prst="rect">
            <a:avLst/>
          </a:prstGeom>
          <a:solidFill>
            <a:srgbClr val="E9E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143000" y="5452110"/>
            <a:ext cx="731521" cy="85726"/>
          </a:xfrm>
          <a:prstGeom prst="rect">
            <a:avLst/>
          </a:prstGeom>
          <a:solidFill>
            <a:srgbClr val="F5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874520" y="5452110"/>
            <a:ext cx="731521" cy="85726"/>
          </a:xfrm>
          <a:prstGeom prst="rect">
            <a:avLst/>
          </a:prstGeom>
          <a:solidFill>
            <a:srgbClr val="ACE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606040" y="5452110"/>
            <a:ext cx="731521" cy="85726"/>
          </a:xfrm>
          <a:prstGeom prst="rect">
            <a:avLst/>
          </a:prstGeom>
          <a:solidFill>
            <a:srgbClr val="2E8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337560" y="5452110"/>
            <a:ext cx="731521" cy="85726"/>
          </a:xfrm>
          <a:prstGeom prst="rect">
            <a:avLst/>
          </a:prstGeom>
          <a:solidFill>
            <a:srgbClr val="2C8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069080" y="5452110"/>
            <a:ext cx="731521" cy="85726"/>
          </a:xfrm>
          <a:prstGeom prst="rect">
            <a:avLst/>
          </a:prstGeom>
          <a:solidFill>
            <a:srgbClr val="58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800600" y="5452110"/>
            <a:ext cx="731521" cy="85726"/>
          </a:xfrm>
          <a:prstGeom prst="rect">
            <a:avLst/>
          </a:prstGeom>
          <a:solidFill>
            <a:srgbClr val="FB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143000" y="5537835"/>
            <a:ext cx="731521" cy="85726"/>
          </a:xfrm>
          <a:prstGeom prst="rect">
            <a:avLst/>
          </a:prstGeom>
          <a:solidFill>
            <a:srgbClr val="F9B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874520" y="5537835"/>
            <a:ext cx="731521" cy="85726"/>
          </a:xfrm>
          <a:prstGeom prst="rect">
            <a:avLst/>
          </a:prstGeom>
          <a:solidFill>
            <a:srgbClr val="44C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2606040" y="5537835"/>
            <a:ext cx="731521" cy="85726"/>
          </a:xfrm>
          <a:prstGeom prst="rect">
            <a:avLst/>
          </a:prstGeom>
          <a:solidFill>
            <a:srgbClr val="26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337560" y="5537835"/>
            <a:ext cx="731521" cy="85726"/>
          </a:xfrm>
          <a:prstGeom prst="rect">
            <a:avLst/>
          </a:prstGeom>
          <a:solidFill>
            <a:srgbClr val="369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069080" y="5537835"/>
            <a:ext cx="731521" cy="85726"/>
          </a:xfrm>
          <a:prstGeom prst="rect">
            <a:avLst/>
          </a:prstGeom>
          <a:solidFill>
            <a:srgbClr val="E7E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800600" y="5537835"/>
            <a:ext cx="731521" cy="85726"/>
          </a:xfrm>
          <a:prstGeom prst="rect">
            <a:avLst/>
          </a:prstGeom>
          <a:solidFill>
            <a:srgbClr val="EE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143000" y="5623560"/>
            <a:ext cx="731521" cy="85726"/>
          </a:xfrm>
          <a:prstGeom prst="rect">
            <a:avLst/>
          </a:prstGeom>
          <a:solidFill>
            <a:srgbClr val="E6E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874520" y="5623560"/>
            <a:ext cx="731521" cy="85726"/>
          </a:xfrm>
          <a:prstGeom prst="rect">
            <a:avLst/>
          </a:prstGeom>
          <a:solidFill>
            <a:srgbClr val="308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606040" y="5623560"/>
            <a:ext cx="731521" cy="85726"/>
          </a:xfrm>
          <a:prstGeom prst="rect">
            <a:avLst/>
          </a:prstGeom>
          <a:solidFill>
            <a:srgbClr val="308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337560" y="5623560"/>
            <a:ext cx="731521" cy="85726"/>
          </a:xfrm>
          <a:prstGeom prst="rect">
            <a:avLst/>
          </a:prstGeom>
          <a:solidFill>
            <a:srgbClr val="3F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4069080" y="5623560"/>
            <a:ext cx="731521" cy="85726"/>
          </a:xfrm>
          <a:prstGeom prst="rect">
            <a:avLst/>
          </a:prstGeom>
          <a:solidFill>
            <a:srgbClr val="F8B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4800600" y="5623560"/>
            <a:ext cx="731521" cy="85726"/>
          </a:xfrm>
          <a:prstGeom prst="rect">
            <a:avLst/>
          </a:prstGeom>
          <a:solidFill>
            <a:srgbClr val="E76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43000" y="5709285"/>
            <a:ext cx="731521" cy="85726"/>
          </a:xfrm>
          <a:prstGeom prst="rect">
            <a:avLst/>
          </a:prstGeom>
          <a:solidFill>
            <a:srgbClr val="42C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874520" y="5709285"/>
            <a:ext cx="731521" cy="85726"/>
          </a:xfrm>
          <a:prstGeom prst="rect">
            <a:avLst/>
          </a:prstGeom>
          <a:solidFill>
            <a:srgbClr val="2A7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2606040" y="5709285"/>
            <a:ext cx="731521" cy="85726"/>
          </a:xfrm>
          <a:prstGeom prst="rect">
            <a:avLst/>
          </a:prstGeom>
          <a:solidFill>
            <a:srgbClr val="2C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337560" y="5709285"/>
            <a:ext cx="731521" cy="85726"/>
          </a:xfrm>
          <a:prstGeom prst="rect">
            <a:avLst/>
          </a:prstGeom>
          <a:solidFill>
            <a:srgbClr val="E1F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069080" y="5709285"/>
            <a:ext cx="731521" cy="85726"/>
          </a:xfrm>
          <a:prstGeom prst="rect">
            <a:avLst/>
          </a:prstGeom>
          <a:solidFill>
            <a:srgbClr val="F28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800600" y="5709285"/>
            <a:ext cx="731521" cy="85726"/>
          </a:xfrm>
          <a:prstGeom prst="rect">
            <a:avLst/>
          </a:prstGeom>
          <a:solidFill>
            <a:srgbClr val="E96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143000" y="5795010"/>
            <a:ext cx="731521" cy="85726"/>
          </a:xfrm>
          <a:prstGeom prst="rect">
            <a:avLst/>
          </a:prstGeom>
          <a:solidFill>
            <a:srgbClr val="3BA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74520" y="5795010"/>
            <a:ext cx="731521" cy="85726"/>
          </a:xfrm>
          <a:prstGeom prst="rect">
            <a:avLst/>
          </a:prstGeom>
          <a:solidFill>
            <a:srgbClr val="276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606040" y="5795010"/>
            <a:ext cx="731521" cy="85726"/>
          </a:xfrm>
          <a:prstGeom prst="rect">
            <a:avLst/>
          </a:prstGeom>
          <a:solidFill>
            <a:srgbClr val="42C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3337560" y="5795010"/>
            <a:ext cx="731521" cy="85726"/>
          </a:xfrm>
          <a:prstGeom prst="rect">
            <a:avLst/>
          </a:prstGeom>
          <a:solidFill>
            <a:srgbClr val="F5C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069080" y="5795010"/>
            <a:ext cx="731521" cy="85726"/>
          </a:xfrm>
          <a:prstGeom prst="rect">
            <a:avLst/>
          </a:prstGeom>
          <a:solidFill>
            <a:srgbClr val="EB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800600" y="5795010"/>
            <a:ext cx="731521" cy="85726"/>
          </a:xfrm>
          <a:prstGeom prst="rect">
            <a:avLst/>
          </a:prstGeom>
          <a:solidFill>
            <a:srgbClr val="F28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143000" y="5880735"/>
            <a:ext cx="731521" cy="85726"/>
          </a:xfrm>
          <a:prstGeom prst="rect">
            <a:avLst/>
          </a:prstGeom>
          <a:solidFill>
            <a:srgbClr val="308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874520" y="5880735"/>
            <a:ext cx="731521" cy="85726"/>
          </a:xfrm>
          <a:prstGeom prst="rect">
            <a:avLst/>
          </a:prstGeom>
          <a:solidFill>
            <a:srgbClr val="349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606040" y="5880735"/>
            <a:ext cx="731521" cy="85726"/>
          </a:xfrm>
          <a:prstGeom prst="rect">
            <a:avLst/>
          </a:prstGeom>
          <a:solidFill>
            <a:srgbClr val="9D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3337560" y="5880735"/>
            <a:ext cx="731521" cy="85726"/>
          </a:xfrm>
          <a:prstGeom prst="rect">
            <a:avLst/>
          </a:prstGeom>
          <a:solidFill>
            <a:srgbClr val="F79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4069080" y="5880735"/>
            <a:ext cx="731521" cy="85726"/>
          </a:xfrm>
          <a:prstGeom prst="rect">
            <a:avLst/>
          </a:prstGeom>
          <a:solidFill>
            <a:srgbClr val="EF7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800600" y="5880735"/>
            <a:ext cx="731521" cy="85726"/>
          </a:xfrm>
          <a:prstGeom prst="rect">
            <a:avLst/>
          </a:prstGeom>
          <a:solidFill>
            <a:srgbClr val="FC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143000" y="5966460"/>
            <a:ext cx="731521" cy="85726"/>
          </a:xfrm>
          <a:prstGeom prst="rect">
            <a:avLst/>
          </a:prstGeom>
          <a:solidFill>
            <a:srgbClr val="2A7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874520" y="5966460"/>
            <a:ext cx="731521" cy="85726"/>
          </a:xfrm>
          <a:prstGeom prst="rect">
            <a:avLst/>
          </a:prstGeom>
          <a:solidFill>
            <a:srgbClr val="41C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606040" y="5966460"/>
            <a:ext cx="731521" cy="85726"/>
          </a:xfrm>
          <a:prstGeom prst="rect">
            <a:avLst/>
          </a:prstGeom>
          <a:solidFill>
            <a:srgbClr val="F2C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3337560" y="5966460"/>
            <a:ext cx="731521" cy="85726"/>
          </a:xfrm>
          <a:prstGeom prst="rect">
            <a:avLst/>
          </a:prstGeom>
          <a:solidFill>
            <a:srgbClr val="F17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069080" y="5966460"/>
            <a:ext cx="731521" cy="85726"/>
          </a:xfrm>
          <a:prstGeom prst="rect">
            <a:avLst/>
          </a:prstGeom>
          <a:solidFill>
            <a:srgbClr val="F0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00600" y="5966460"/>
            <a:ext cx="731521" cy="85726"/>
          </a:xfrm>
          <a:prstGeom prst="rect">
            <a:avLst/>
          </a:prstGeom>
          <a:solidFill>
            <a:srgbClr val="F0D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143000" y="6052185"/>
            <a:ext cx="731521" cy="85726"/>
          </a:xfrm>
          <a:prstGeom prst="rect">
            <a:avLst/>
          </a:prstGeom>
          <a:solidFill>
            <a:srgbClr val="266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874520" y="6052185"/>
            <a:ext cx="731521" cy="85726"/>
          </a:xfrm>
          <a:prstGeom prst="rect">
            <a:avLst/>
          </a:prstGeom>
          <a:solidFill>
            <a:srgbClr val="6D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606040" y="6052185"/>
            <a:ext cx="731521" cy="85726"/>
          </a:xfrm>
          <a:prstGeom prst="rect">
            <a:avLst/>
          </a:prstGeom>
          <a:solidFill>
            <a:srgbClr val="FBB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337560" y="6052185"/>
            <a:ext cx="731521" cy="85726"/>
          </a:xfrm>
          <a:prstGeom prst="rect">
            <a:avLst/>
          </a:prstGeom>
          <a:solidFill>
            <a:srgbClr val="EE7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069080" y="6052185"/>
            <a:ext cx="731521" cy="85726"/>
          </a:xfrm>
          <a:prstGeom prst="rect">
            <a:avLst/>
          </a:prstGeom>
          <a:solidFill>
            <a:srgbClr val="FEA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800600" y="6052185"/>
            <a:ext cx="731521" cy="85726"/>
          </a:xfrm>
          <a:prstGeom prst="rect">
            <a:avLst/>
          </a:prstGeom>
          <a:solidFill>
            <a:srgbClr val="B4E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43000" y="6137910"/>
            <a:ext cx="731521" cy="85726"/>
          </a:xfrm>
          <a:prstGeom prst="rect">
            <a:avLst/>
          </a:prstGeom>
          <a:solidFill>
            <a:srgbClr val="329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874520" y="6137910"/>
            <a:ext cx="731521" cy="85726"/>
          </a:xfrm>
          <a:prstGeom prst="rect">
            <a:avLst/>
          </a:prstGeom>
          <a:solidFill>
            <a:srgbClr val="E6E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606040" y="6137910"/>
            <a:ext cx="731521" cy="85726"/>
          </a:xfrm>
          <a:prstGeom prst="rect">
            <a:avLst/>
          </a:prstGeom>
          <a:solidFill>
            <a:srgbClr val="F28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3337560" y="6137910"/>
            <a:ext cx="731521" cy="85726"/>
          </a:xfrm>
          <a:prstGeom prst="rect">
            <a:avLst/>
          </a:prstGeom>
          <a:solidFill>
            <a:srgbClr val="E86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4069080" y="6137910"/>
            <a:ext cx="731521" cy="85726"/>
          </a:xfrm>
          <a:prstGeom prst="rect">
            <a:avLst/>
          </a:prstGeom>
          <a:solidFill>
            <a:srgbClr val="EE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4800600" y="6137910"/>
            <a:ext cx="731521" cy="85726"/>
          </a:xfrm>
          <a:prstGeom prst="rect">
            <a:avLst/>
          </a:prstGeom>
          <a:solidFill>
            <a:srgbClr val="3EB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143000" y="6223635"/>
            <a:ext cx="731521" cy="85726"/>
          </a:xfrm>
          <a:prstGeom prst="rect">
            <a:avLst/>
          </a:prstGeom>
          <a:solidFill>
            <a:srgbClr val="48D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874520" y="6223635"/>
            <a:ext cx="731521" cy="85726"/>
          </a:xfrm>
          <a:prstGeom prst="rect">
            <a:avLst/>
          </a:prstGeom>
          <a:solidFill>
            <a:srgbClr val="FE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606040" y="6223635"/>
            <a:ext cx="731521" cy="85726"/>
          </a:xfrm>
          <a:prstGeom prst="rect">
            <a:avLst/>
          </a:prstGeom>
          <a:solidFill>
            <a:srgbClr val="E65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3337560" y="6223635"/>
            <a:ext cx="731521" cy="85726"/>
          </a:xfrm>
          <a:prstGeom prst="rect">
            <a:avLst/>
          </a:prstGeom>
          <a:solidFill>
            <a:srgbClr val="F28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4069080" y="6223635"/>
            <a:ext cx="731521" cy="85726"/>
          </a:xfrm>
          <a:prstGeom prst="rect">
            <a:avLst/>
          </a:prstGeom>
          <a:solidFill>
            <a:srgbClr val="B1E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4800600" y="6223635"/>
            <a:ext cx="731521" cy="85726"/>
          </a:xfrm>
          <a:prstGeom prst="rect">
            <a:avLst/>
          </a:prstGeom>
          <a:solidFill>
            <a:srgbClr val="308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656832" y="4937760"/>
            <a:ext cx="731521" cy="85726"/>
          </a:xfrm>
          <a:prstGeom prst="rect">
            <a:avLst/>
          </a:prstGeom>
          <a:solidFill>
            <a:srgbClr val="C6E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7388352" y="4937760"/>
            <a:ext cx="731521" cy="85726"/>
          </a:xfrm>
          <a:prstGeom prst="rect">
            <a:avLst/>
          </a:prstGeom>
          <a:solidFill>
            <a:srgbClr val="EBD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119872" y="4937760"/>
            <a:ext cx="731521" cy="85726"/>
          </a:xfrm>
          <a:prstGeom prst="rect">
            <a:avLst/>
          </a:prstGeom>
          <a:solidFill>
            <a:srgbClr val="FB9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8851392" y="4937760"/>
            <a:ext cx="731521" cy="85726"/>
          </a:xfrm>
          <a:prstGeom prst="rect">
            <a:avLst/>
          </a:prstGeom>
          <a:solidFill>
            <a:srgbClr val="C0E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582912" y="4937760"/>
            <a:ext cx="731521" cy="85726"/>
          </a:xfrm>
          <a:prstGeom prst="rect">
            <a:avLst/>
          </a:prstGeom>
          <a:solidFill>
            <a:srgbClr val="E4F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314432" y="4937760"/>
            <a:ext cx="731521" cy="85726"/>
          </a:xfrm>
          <a:prstGeom prst="rect">
            <a:avLst/>
          </a:prstGeom>
          <a:solidFill>
            <a:srgbClr val="EE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656832" y="5023485"/>
            <a:ext cx="731521" cy="85726"/>
          </a:xfrm>
          <a:prstGeom prst="rect">
            <a:avLst/>
          </a:prstGeom>
          <a:solidFill>
            <a:srgbClr val="339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7388352" y="5023485"/>
            <a:ext cx="731521" cy="85726"/>
          </a:xfrm>
          <a:prstGeom prst="rect">
            <a:avLst/>
          </a:prstGeom>
          <a:solidFill>
            <a:srgbClr val="E4F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8119872" y="5023485"/>
            <a:ext cx="731521" cy="85726"/>
          </a:xfrm>
          <a:prstGeom prst="rect">
            <a:avLst/>
          </a:prstGeom>
          <a:solidFill>
            <a:srgbClr val="F3C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8851392" y="5023485"/>
            <a:ext cx="731521" cy="85726"/>
          </a:xfrm>
          <a:prstGeom prst="rect">
            <a:avLst/>
          </a:prstGeom>
          <a:solidFill>
            <a:srgbClr val="F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582912" y="5023485"/>
            <a:ext cx="731521" cy="85726"/>
          </a:xfrm>
          <a:prstGeom prst="rect">
            <a:avLst/>
          </a:prstGeom>
          <a:solidFill>
            <a:srgbClr val="28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314432" y="5023485"/>
            <a:ext cx="731521" cy="85726"/>
          </a:xfrm>
          <a:prstGeom prst="rect">
            <a:avLst/>
          </a:prstGeom>
          <a:solidFill>
            <a:srgbClr val="68D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656832" y="5109210"/>
            <a:ext cx="731521" cy="85726"/>
          </a:xfrm>
          <a:prstGeom prst="rect">
            <a:avLst/>
          </a:prstGeom>
          <a:solidFill>
            <a:srgbClr val="3BA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7388352" y="5109210"/>
            <a:ext cx="731521" cy="85726"/>
          </a:xfrm>
          <a:prstGeom prst="rect">
            <a:avLst/>
          </a:prstGeom>
          <a:solidFill>
            <a:srgbClr val="F48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119872" y="5109210"/>
            <a:ext cx="731521" cy="85726"/>
          </a:xfrm>
          <a:prstGeom prst="rect">
            <a:avLst/>
          </a:prstGeom>
          <a:solidFill>
            <a:srgbClr val="F1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8851392" y="5109210"/>
            <a:ext cx="731521" cy="85726"/>
          </a:xfrm>
          <a:prstGeom prst="rect">
            <a:avLst/>
          </a:prstGeom>
          <a:solidFill>
            <a:srgbClr val="225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582912" y="5109210"/>
            <a:ext cx="731521" cy="85726"/>
          </a:xfrm>
          <a:prstGeom prst="rect">
            <a:avLst/>
          </a:prstGeom>
          <a:solidFill>
            <a:srgbClr val="F7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314432" y="5109210"/>
            <a:ext cx="731521" cy="85726"/>
          </a:xfrm>
          <a:prstGeom prst="rect">
            <a:avLst/>
          </a:prstGeom>
          <a:solidFill>
            <a:srgbClr val="E2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656832" y="5194935"/>
            <a:ext cx="731521" cy="85726"/>
          </a:xfrm>
          <a:prstGeom prst="rect">
            <a:avLst/>
          </a:prstGeom>
          <a:solidFill>
            <a:srgbClr val="F6C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88352" y="5194935"/>
            <a:ext cx="731521" cy="85726"/>
          </a:xfrm>
          <a:prstGeom prst="rect">
            <a:avLst/>
          </a:prstGeom>
          <a:solidFill>
            <a:srgbClr val="ECD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8119872" y="5194935"/>
            <a:ext cx="731521" cy="85726"/>
          </a:xfrm>
          <a:prstGeom prst="rect">
            <a:avLst/>
          </a:prstGeom>
          <a:solidFill>
            <a:srgbClr val="2F8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851392" y="5194935"/>
            <a:ext cx="731521" cy="85726"/>
          </a:xfrm>
          <a:prstGeom prst="rect">
            <a:avLst/>
          </a:prstGeom>
          <a:solidFill>
            <a:srgbClr val="369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582912" y="5194935"/>
            <a:ext cx="731521" cy="85726"/>
          </a:xfrm>
          <a:prstGeom prst="rect">
            <a:avLst/>
          </a:prstGeom>
          <a:solidFill>
            <a:srgbClr val="E7E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0314432" y="5194935"/>
            <a:ext cx="731521" cy="85726"/>
          </a:xfrm>
          <a:prstGeom prst="rect">
            <a:avLst/>
          </a:prstGeom>
          <a:solidFill>
            <a:srgbClr val="39A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6656832" y="5280660"/>
            <a:ext cx="731521" cy="85726"/>
          </a:xfrm>
          <a:prstGeom prst="rect">
            <a:avLst/>
          </a:prstGeom>
          <a:solidFill>
            <a:srgbClr val="42C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388352" y="5280660"/>
            <a:ext cx="731521" cy="85726"/>
          </a:xfrm>
          <a:prstGeom prst="rect">
            <a:avLst/>
          </a:prstGeom>
          <a:solidFill>
            <a:srgbClr val="3AA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119872" y="5280660"/>
            <a:ext cx="731521" cy="85726"/>
          </a:xfrm>
          <a:prstGeom prst="rect">
            <a:avLst/>
          </a:prstGeom>
          <a:solidFill>
            <a:srgbClr val="37A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851392" y="5280660"/>
            <a:ext cx="731521" cy="85726"/>
          </a:xfrm>
          <a:prstGeom prst="rect">
            <a:avLst/>
          </a:prstGeom>
          <a:solidFill>
            <a:srgbClr val="BE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582912" y="5280660"/>
            <a:ext cx="731521" cy="85726"/>
          </a:xfrm>
          <a:prstGeom prst="rect">
            <a:avLst/>
          </a:prstGeom>
          <a:solidFill>
            <a:srgbClr val="BEE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314432" y="5280660"/>
            <a:ext cx="731521" cy="85726"/>
          </a:xfrm>
          <a:prstGeom prst="rect">
            <a:avLst/>
          </a:prstGeom>
          <a:solidFill>
            <a:srgbClr val="F07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6656832" y="5366385"/>
            <a:ext cx="731521" cy="85726"/>
          </a:xfrm>
          <a:prstGeom prst="rect">
            <a:avLst/>
          </a:prstGeom>
          <a:solidFill>
            <a:srgbClr val="E6E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388352" y="5366385"/>
            <a:ext cx="731521" cy="85726"/>
          </a:xfrm>
          <a:prstGeom prst="rect">
            <a:avLst/>
          </a:prstGeom>
          <a:solidFill>
            <a:srgbClr val="E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119872" y="5366385"/>
            <a:ext cx="731521" cy="85726"/>
          </a:xfrm>
          <a:prstGeom prst="rect">
            <a:avLst/>
          </a:prstGeom>
          <a:solidFill>
            <a:srgbClr val="E3F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851392" y="5366385"/>
            <a:ext cx="731521" cy="85726"/>
          </a:xfrm>
          <a:prstGeom prst="rect">
            <a:avLst/>
          </a:prstGeom>
          <a:solidFill>
            <a:srgbClr val="EFD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582912" y="5366385"/>
            <a:ext cx="731521" cy="85726"/>
          </a:xfrm>
          <a:prstGeom prst="rect">
            <a:avLst/>
          </a:prstGeom>
          <a:solidFill>
            <a:srgbClr val="B7E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314432" y="5366385"/>
            <a:ext cx="731521" cy="85726"/>
          </a:xfrm>
          <a:prstGeom prst="rect">
            <a:avLst/>
          </a:prstGeom>
          <a:solidFill>
            <a:srgbClr val="58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6656832" y="5452110"/>
            <a:ext cx="731521" cy="85726"/>
          </a:xfrm>
          <a:prstGeom prst="rect">
            <a:avLst/>
          </a:prstGeom>
          <a:solidFill>
            <a:srgbClr val="F6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7388352" y="5452110"/>
            <a:ext cx="731521" cy="85726"/>
          </a:xfrm>
          <a:prstGeom prst="rect">
            <a:avLst/>
          </a:prstGeom>
          <a:solidFill>
            <a:srgbClr val="DE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8119872" y="5452110"/>
            <a:ext cx="731521" cy="85726"/>
          </a:xfrm>
          <a:prstGeom prst="rect">
            <a:avLst/>
          </a:prstGeom>
          <a:solidFill>
            <a:srgbClr val="FCA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8851392" y="5452110"/>
            <a:ext cx="731521" cy="85726"/>
          </a:xfrm>
          <a:prstGeom prst="rect">
            <a:avLst/>
          </a:prstGeom>
          <a:solidFill>
            <a:srgbClr val="FC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9582912" y="5452110"/>
            <a:ext cx="731521" cy="85726"/>
          </a:xfrm>
          <a:prstGeom prst="rect">
            <a:avLst/>
          </a:prstGeom>
          <a:solidFill>
            <a:srgbClr val="6F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314432" y="5452110"/>
            <a:ext cx="731521" cy="85726"/>
          </a:xfrm>
          <a:prstGeom prst="rect">
            <a:avLst/>
          </a:prstGeom>
          <a:solidFill>
            <a:srgbClr val="38A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656832" y="5537835"/>
            <a:ext cx="731521" cy="85726"/>
          </a:xfrm>
          <a:prstGeom prst="rect">
            <a:avLst/>
          </a:prstGeom>
          <a:solidFill>
            <a:srgbClr val="3FB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388352" y="5537835"/>
            <a:ext cx="731521" cy="85726"/>
          </a:xfrm>
          <a:prstGeom prst="rect">
            <a:avLst/>
          </a:prstGeom>
          <a:solidFill>
            <a:srgbClr val="3AA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8119872" y="5537835"/>
            <a:ext cx="731521" cy="85726"/>
          </a:xfrm>
          <a:prstGeom prst="rect">
            <a:avLst/>
          </a:prstGeom>
          <a:solidFill>
            <a:srgbClr val="FA9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8851392" y="5537835"/>
            <a:ext cx="731521" cy="85726"/>
          </a:xfrm>
          <a:prstGeom prst="rect">
            <a:avLst/>
          </a:prstGeom>
          <a:solidFill>
            <a:srgbClr val="A5E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9582912" y="5537835"/>
            <a:ext cx="731521" cy="85726"/>
          </a:xfrm>
          <a:prstGeom prst="rect">
            <a:avLst/>
          </a:prstGeom>
          <a:solidFill>
            <a:srgbClr val="F0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314432" y="5537835"/>
            <a:ext cx="731521" cy="85726"/>
          </a:xfrm>
          <a:prstGeom prst="rect">
            <a:avLst/>
          </a:prstGeom>
          <a:solidFill>
            <a:srgbClr val="9C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656832" y="5623560"/>
            <a:ext cx="731521" cy="85726"/>
          </a:xfrm>
          <a:prstGeom prst="rect">
            <a:avLst/>
          </a:prstGeom>
          <a:solidFill>
            <a:srgbClr val="F9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88352" y="5623560"/>
            <a:ext cx="731521" cy="85726"/>
          </a:xfrm>
          <a:prstGeom prst="rect">
            <a:avLst/>
          </a:prstGeom>
          <a:solidFill>
            <a:srgbClr val="F07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8119872" y="5623560"/>
            <a:ext cx="731521" cy="85726"/>
          </a:xfrm>
          <a:prstGeom prst="rect">
            <a:avLst/>
          </a:prstGeom>
          <a:solidFill>
            <a:srgbClr val="359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8851392" y="5623560"/>
            <a:ext cx="731521" cy="85726"/>
          </a:xfrm>
          <a:prstGeom prst="rect">
            <a:avLst/>
          </a:prstGeom>
          <a:solidFill>
            <a:srgbClr val="369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9582912" y="5623560"/>
            <a:ext cx="731521" cy="85726"/>
          </a:xfrm>
          <a:prstGeom prst="rect">
            <a:avLst/>
          </a:prstGeom>
          <a:solidFill>
            <a:srgbClr val="FCA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314432" y="5623560"/>
            <a:ext cx="731521" cy="85726"/>
          </a:xfrm>
          <a:prstGeom prst="rect">
            <a:avLst/>
          </a:prstGeom>
          <a:solidFill>
            <a:srgbClr val="C4E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6656832" y="5709285"/>
            <a:ext cx="731521" cy="85726"/>
          </a:xfrm>
          <a:prstGeom prst="rect">
            <a:avLst/>
          </a:prstGeom>
          <a:solidFill>
            <a:srgbClr val="E04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7388352" y="5709285"/>
            <a:ext cx="731521" cy="85726"/>
          </a:xfrm>
          <a:prstGeom prst="rect">
            <a:avLst/>
          </a:prstGeom>
          <a:solidFill>
            <a:srgbClr val="A3E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8119872" y="5709285"/>
            <a:ext cx="731521" cy="85726"/>
          </a:xfrm>
          <a:prstGeom prst="rect">
            <a:avLst/>
          </a:prstGeom>
          <a:solidFill>
            <a:srgbClr val="256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8851392" y="5709285"/>
            <a:ext cx="731521" cy="85726"/>
          </a:xfrm>
          <a:prstGeom prst="rect">
            <a:avLst/>
          </a:prstGeom>
          <a:solidFill>
            <a:srgbClr val="EDD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9582912" y="5709285"/>
            <a:ext cx="731521" cy="85726"/>
          </a:xfrm>
          <a:prstGeom prst="rect">
            <a:avLst/>
          </a:prstGeom>
          <a:solidFill>
            <a:srgbClr val="F89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314432" y="5709285"/>
            <a:ext cx="731521" cy="85726"/>
          </a:xfrm>
          <a:prstGeom prst="rect">
            <a:avLst/>
          </a:prstGeom>
          <a:solidFill>
            <a:srgbClr val="53D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6656832" y="5795010"/>
            <a:ext cx="731521" cy="85726"/>
          </a:xfrm>
          <a:prstGeom prst="rect">
            <a:avLst/>
          </a:prstGeom>
          <a:solidFill>
            <a:srgbClr val="3BA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388352" y="5795010"/>
            <a:ext cx="731521" cy="85726"/>
          </a:xfrm>
          <a:prstGeom prst="rect">
            <a:avLst/>
          </a:prstGeom>
          <a:solidFill>
            <a:srgbClr val="44C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119872" y="5795010"/>
            <a:ext cx="731521" cy="85726"/>
          </a:xfrm>
          <a:prstGeom prst="rect">
            <a:avLst/>
          </a:prstGeom>
          <a:solidFill>
            <a:srgbClr val="F89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8851392" y="5795010"/>
            <a:ext cx="731521" cy="85726"/>
          </a:xfrm>
          <a:prstGeom prst="rect">
            <a:avLst/>
          </a:prstGeom>
          <a:solidFill>
            <a:srgbClr val="FB9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582912" y="5795010"/>
            <a:ext cx="731521" cy="85726"/>
          </a:xfrm>
          <a:prstGeom prst="rect">
            <a:avLst/>
          </a:prstGeom>
          <a:solidFill>
            <a:srgbClr val="3DB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314432" y="5795010"/>
            <a:ext cx="731521" cy="85726"/>
          </a:xfrm>
          <a:prstGeom prst="rect">
            <a:avLst/>
          </a:prstGeom>
          <a:solidFill>
            <a:srgbClr val="3AA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6656832" y="5880735"/>
            <a:ext cx="731521" cy="85726"/>
          </a:xfrm>
          <a:prstGeom prst="rect">
            <a:avLst/>
          </a:prstGeom>
          <a:solidFill>
            <a:srgbClr val="297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7388352" y="5880735"/>
            <a:ext cx="731521" cy="85726"/>
          </a:xfrm>
          <a:prstGeom prst="rect">
            <a:avLst/>
          </a:prstGeom>
          <a:solidFill>
            <a:srgbClr val="39A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8119872" y="5880735"/>
            <a:ext cx="731521" cy="85726"/>
          </a:xfrm>
          <a:prstGeom prst="rect">
            <a:avLst/>
          </a:prstGeom>
          <a:solidFill>
            <a:srgbClr val="F68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8851392" y="5880735"/>
            <a:ext cx="731521" cy="85726"/>
          </a:xfrm>
          <a:prstGeom prst="rect">
            <a:avLst/>
          </a:prstGeom>
          <a:solidFill>
            <a:srgbClr val="41C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9582912" y="5880735"/>
            <a:ext cx="731521" cy="85726"/>
          </a:xfrm>
          <a:prstGeom prst="rect">
            <a:avLst/>
          </a:prstGeom>
          <a:solidFill>
            <a:srgbClr val="EBD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314432" y="5880735"/>
            <a:ext cx="731521" cy="85726"/>
          </a:xfrm>
          <a:prstGeom prst="rect">
            <a:avLst/>
          </a:prstGeom>
          <a:solidFill>
            <a:srgbClr val="C2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656832" y="5966460"/>
            <a:ext cx="731521" cy="85726"/>
          </a:xfrm>
          <a:prstGeom prst="rect">
            <a:avLst/>
          </a:prstGeom>
          <a:solidFill>
            <a:srgbClr val="42C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7388352" y="5966460"/>
            <a:ext cx="731521" cy="85726"/>
          </a:xfrm>
          <a:prstGeom prst="rect">
            <a:avLst/>
          </a:prstGeom>
          <a:solidFill>
            <a:srgbClr val="FE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8119872" y="5966460"/>
            <a:ext cx="731521" cy="85726"/>
          </a:xfrm>
          <a:prstGeom prst="rect">
            <a:avLst/>
          </a:prstGeom>
          <a:solidFill>
            <a:srgbClr val="3EB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8851392" y="5966460"/>
            <a:ext cx="731521" cy="85726"/>
          </a:xfrm>
          <a:prstGeom prst="rect">
            <a:avLst/>
          </a:prstGeom>
          <a:solidFill>
            <a:srgbClr val="F5C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9582912" y="5966460"/>
            <a:ext cx="731521" cy="85726"/>
          </a:xfrm>
          <a:prstGeom prst="rect">
            <a:avLst/>
          </a:prstGeom>
          <a:solidFill>
            <a:srgbClr val="3DB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314432" y="5966460"/>
            <a:ext cx="731521" cy="85726"/>
          </a:xfrm>
          <a:prstGeom prst="rect">
            <a:avLst/>
          </a:prstGeom>
          <a:solidFill>
            <a:srgbClr val="91E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6656832" y="6052185"/>
            <a:ext cx="731521" cy="85726"/>
          </a:xfrm>
          <a:prstGeom prst="rect">
            <a:avLst/>
          </a:prstGeom>
          <a:solidFill>
            <a:srgbClr val="369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388352" y="6052185"/>
            <a:ext cx="731521" cy="85726"/>
          </a:xfrm>
          <a:prstGeom prst="rect">
            <a:avLst/>
          </a:prstGeom>
          <a:solidFill>
            <a:srgbClr val="53D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8119872" y="6052185"/>
            <a:ext cx="731521" cy="85726"/>
          </a:xfrm>
          <a:prstGeom prst="rect">
            <a:avLst/>
          </a:prstGeom>
          <a:solidFill>
            <a:srgbClr val="E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8851392" y="6052185"/>
            <a:ext cx="731521" cy="85726"/>
          </a:xfrm>
          <a:prstGeom prst="rect">
            <a:avLst/>
          </a:prstGeom>
          <a:solidFill>
            <a:srgbClr val="F9B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9582912" y="6052185"/>
            <a:ext cx="731521" cy="85726"/>
          </a:xfrm>
          <a:prstGeom prst="rect">
            <a:avLst/>
          </a:prstGeom>
          <a:solidFill>
            <a:srgbClr val="41C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314432" y="6052185"/>
            <a:ext cx="731521" cy="85726"/>
          </a:xfrm>
          <a:prstGeom prst="rect">
            <a:avLst/>
          </a:prstGeom>
          <a:solidFill>
            <a:srgbClr val="FE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6656832" y="6137910"/>
            <a:ext cx="731521" cy="85726"/>
          </a:xfrm>
          <a:prstGeom prst="rect">
            <a:avLst/>
          </a:prstGeom>
          <a:solidFill>
            <a:srgbClr val="44C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7388352" y="6137910"/>
            <a:ext cx="731521" cy="85726"/>
          </a:xfrm>
          <a:prstGeom prst="rect">
            <a:avLst/>
          </a:prstGeom>
          <a:solidFill>
            <a:srgbClr val="75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8119872" y="6137910"/>
            <a:ext cx="731521" cy="85726"/>
          </a:xfrm>
          <a:prstGeom prst="rect">
            <a:avLst/>
          </a:prstGeom>
          <a:solidFill>
            <a:srgbClr val="FDA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8851392" y="6137910"/>
            <a:ext cx="731521" cy="85726"/>
          </a:xfrm>
          <a:prstGeom prst="rect">
            <a:avLst/>
          </a:prstGeom>
          <a:solidFill>
            <a:srgbClr val="F5C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582912" y="6137910"/>
            <a:ext cx="731521" cy="85726"/>
          </a:xfrm>
          <a:prstGeom prst="rect">
            <a:avLst/>
          </a:prstGeom>
          <a:solidFill>
            <a:srgbClr val="3CB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314432" y="6137910"/>
            <a:ext cx="731521" cy="85726"/>
          </a:xfrm>
          <a:prstGeom prst="rect">
            <a:avLst/>
          </a:prstGeom>
          <a:solidFill>
            <a:srgbClr val="DF4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6656832" y="6223635"/>
            <a:ext cx="731521" cy="85726"/>
          </a:xfrm>
          <a:prstGeom prst="rect">
            <a:avLst/>
          </a:prstGeom>
          <a:solidFill>
            <a:srgbClr val="369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7388352" y="6223635"/>
            <a:ext cx="731521" cy="85726"/>
          </a:xfrm>
          <a:prstGeom prst="rect">
            <a:avLst/>
          </a:prstGeom>
          <a:solidFill>
            <a:srgbClr val="4CD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8119872" y="6223635"/>
            <a:ext cx="731521" cy="85726"/>
          </a:xfrm>
          <a:prstGeom prst="rect">
            <a:avLst/>
          </a:prstGeom>
          <a:solidFill>
            <a:srgbClr val="F9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8851392" y="6223635"/>
            <a:ext cx="731521" cy="85726"/>
          </a:xfrm>
          <a:prstGeom prst="rect">
            <a:avLst/>
          </a:prstGeom>
          <a:solidFill>
            <a:srgbClr val="78D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9582912" y="6223635"/>
            <a:ext cx="731521" cy="85726"/>
          </a:xfrm>
          <a:prstGeom prst="rect">
            <a:avLst/>
          </a:prstGeom>
          <a:solidFill>
            <a:srgbClr val="40B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314432" y="6223635"/>
            <a:ext cx="731521" cy="85726"/>
          </a:xfrm>
          <a:prstGeom prst="rect">
            <a:avLst/>
          </a:prstGeom>
          <a:solidFill>
            <a:srgbClr val="3AA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0" y="1097280"/>
            <a:ext cx="8595360" cy="4389120"/>
          </a:xfrm>
          <a:prstGeom prst="ellipse">
            <a:avLst/>
          </a:prstGeom>
          <a:solidFill>
            <a:srgbClr val="76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94760" y="1920240"/>
            <a:ext cx="3840480" cy="24688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0" b="1">
                <a:solidFill>
                  <a:srgbClr val="F8FBFF"/>
                </a:solidFill>
                <a:latin typeface="Aptos Display"/>
              </a:rPr>
              <a:t>CHALLENGE TIME!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960120"/>
            <a:ext cx="7223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4DDBFF"/>
                </a:solidFill>
                <a:latin typeface="Aptos"/>
              </a:rPr>
              <a:t>Can your AI score 7 out of 10?</a:t>
            </a:r>
          </a:p>
        </p:txBody>
      </p:sp>
      <p:sp>
        <p:nvSpPr>
          <p:cNvPr id="7" name="Oval 6"/>
          <p:cNvSpPr/>
          <p:nvPr/>
        </p:nvSpPr>
        <p:spPr>
          <a:xfrm>
            <a:off x="6099048" y="3063240"/>
            <a:ext cx="3429000" cy="3429000"/>
          </a:xfrm>
          <a:prstGeom prst="ellipse">
            <a:avLst/>
          </a:prstGeom>
          <a:solidFill>
            <a:srgbClr val="4DDBFF"/>
          </a:solidFill>
          <a:ln w="17780"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64808" y="3429000"/>
            <a:ext cx="2697480" cy="2697480"/>
          </a:xfrm>
          <a:prstGeom prst="ellipse">
            <a:avLst/>
          </a:prstGeom>
          <a:solidFill>
            <a:srgbClr val="765CFF"/>
          </a:solidFill>
          <a:ln w="17780"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30568" y="3794760"/>
            <a:ext cx="1965960" cy="1965960"/>
          </a:xfrm>
          <a:prstGeom prst="ellipse">
            <a:avLst/>
          </a:prstGeom>
          <a:solidFill>
            <a:srgbClr val="4CD47B"/>
          </a:solidFill>
          <a:ln w="17780"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56632" y="2011680"/>
            <a:ext cx="2057400" cy="2057400"/>
          </a:xfrm>
          <a:prstGeom prst="ellipse">
            <a:avLst/>
          </a:prstGeom>
          <a:solidFill>
            <a:srgbClr val="0F2E7E"/>
          </a:solidFill>
          <a:ln w="2540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2615184"/>
            <a:ext cx="18745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0" b="1">
                <a:solidFill>
                  <a:srgbClr val="F8FBFF"/>
                </a:solidFill>
                <a:latin typeface="Aptos"/>
              </a:rPr>
              <a:t>7/10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4526280"/>
            <a:ext cx="4069080" cy="731520"/>
          </a:xfrm>
          <a:prstGeom prst="roundRect">
            <a:avLst>
              <a:gd name="adj" fmla="val 8000"/>
            </a:avLst>
          </a:prstGeom>
          <a:solidFill>
            <a:srgbClr val="214E9E"/>
          </a:solidFill>
          <a:ln w="15875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626864"/>
            <a:ext cx="3931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8FBFF"/>
                </a:solidFill>
                <a:latin typeface="Aptos"/>
              </a:rPr>
              <a:t>Goal: at least 7 correct attempts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04688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11307E"/>
          </a:solidFill>
          <a:ln w="15875">
            <a:solidFill>
              <a:srgbClr val="489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5705856"/>
            <a:ext cx="530352" cy="530352"/>
          </a:xfrm>
          <a:prstGeom prst="ellipse">
            <a:avLst/>
          </a:prstGeom>
          <a:solidFill>
            <a:srgbClr val="FFD44A"/>
          </a:solidFill>
          <a:ln w="15240">
            <a:solidFill>
              <a:srgbClr val="FF9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70585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D2D2D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5632704"/>
            <a:ext cx="2505456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BFF"/>
                </a:solidFill>
                <a:latin typeface="Aptos"/>
              </a:rPr>
              <a:t>See the target gesture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5504688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11307E"/>
          </a:solidFill>
          <a:ln w="15875">
            <a:solidFill>
              <a:srgbClr val="489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18888" y="5705856"/>
            <a:ext cx="530352" cy="530352"/>
          </a:xfrm>
          <a:prstGeom prst="ellipse">
            <a:avLst/>
          </a:prstGeom>
          <a:solidFill>
            <a:srgbClr val="FFD44A"/>
          </a:solidFill>
          <a:ln w="15240">
            <a:solidFill>
              <a:srgbClr val="FF9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570585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D2D2D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5632704"/>
            <a:ext cx="2505456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BFF"/>
                </a:solidFill>
                <a:latin typeface="Aptos"/>
              </a:rPr>
              <a:t>Do the move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5504688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11307E"/>
          </a:solidFill>
          <a:ln w="15875">
            <a:solidFill>
              <a:srgbClr val="489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59368" y="5705856"/>
            <a:ext cx="530352" cy="530352"/>
          </a:xfrm>
          <a:prstGeom prst="ellipse">
            <a:avLst/>
          </a:prstGeom>
          <a:solidFill>
            <a:srgbClr val="FFD44A"/>
          </a:solidFill>
          <a:ln w="15240">
            <a:solidFill>
              <a:srgbClr val="FF9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9368" y="570585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D2D2D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5632704"/>
            <a:ext cx="2505456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BFF"/>
                </a:solidFill>
                <a:latin typeface="Aptos"/>
              </a:rPr>
              <a:t>Tap Score Attempt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731520"/>
            <a:ext cx="9966960" cy="4937760"/>
          </a:xfrm>
          <a:prstGeom prst="ellipse">
            <a:avLst/>
          </a:prstGeom>
          <a:solidFill>
            <a:srgbClr val="194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92608"/>
            <a:ext cx="11521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8FBFF"/>
                </a:solidFill>
                <a:latin typeface="Aptos Display"/>
              </a:rPr>
              <a:t>YOU JUST TRAINED A REAL NEURAL NETWORK!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481328"/>
            <a:ext cx="2423160" cy="2423160"/>
          </a:xfrm>
          <a:prstGeom prst="ellipse">
            <a:avLst/>
          </a:prstGeom>
          <a:solidFill>
            <a:srgbClr val="153F84"/>
          </a:solidFill>
          <a:ln w="27940">
            <a:solidFill>
              <a:srgbClr val="FFD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066543"/>
            <a:ext cx="19659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GOOD DATA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=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GOOD AI</a:t>
            </a:r>
          </a:p>
        </p:txBody>
      </p:sp>
      <p:sp>
        <p:nvSpPr>
          <p:cNvPr id="7" name="Oval 6"/>
          <p:cNvSpPr/>
          <p:nvPr/>
        </p:nvSpPr>
        <p:spPr>
          <a:xfrm>
            <a:off x="3593592" y="1481328"/>
            <a:ext cx="2423160" cy="2423160"/>
          </a:xfrm>
          <a:prstGeom prst="ellipse">
            <a:avLst/>
          </a:prstGeom>
          <a:solidFill>
            <a:srgbClr val="153F84"/>
          </a:solidFill>
          <a:ln w="2794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2066543"/>
            <a:ext cx="19659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DIFFERENT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PATTERNS HELP</a:t>
            </a:r>
          </a:p>
        </p:txBody>
      </p:sp>
      <p:sp>
        <p:nvSpPr>
          <p:cNvPr id="9" name="Oval 8"/>
          <p:cNvSpPr/>
          <p:nvPr/>
        </p:nvSpPr>
        <p:spPr>
          <a:xfrm>
            <a:off x="6501384" y="1481328"/>
            <a:ext cx="2423160" cy="2423160"/>
          </a:xfrm>
          <a:prstGeom prst="ellipse">
            <a:avLst/>
          </a:prstGeom>
          <a:solidFill>
            <a:srgbClr val="153F84"/>
          </a:solidFill>
          <a:ln w="27940">
            <a:solidFill>
              <a:srgbClr val="4CD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066543"/>
            <a:ext cx="19659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MORE PRACTICE,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BETTER RESULTS</a:t>
            </a:r>
          </a:p>
        </p:txBody>
      </p:sp>
      <p:sp>
        <p:nvSpPr>
          <p:cNvPr id="11" name="Oval 10"/>
          <p:cNvSpPr/>
          <p:nvPr/>
        </p:nvSpPr>
        <p:spPr>
          <a:xfrm>
            <a:off x="9409176" y="1481328"/>
            <a:ext cx="2423160" cy="2423160"/>
          </a:xfrm>
          <a:prstGeom prst="ellipse">
            <a:avLst/>
          </a:prstGeom>
          <a:solidFill>
            <a:srgbClr val="153F84"/>
          </a:solidFill>
          <a:ln w="27940">
            <a:solidFill>
              <a:srgbClr val="FF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28632" y="2066543"/>
            <a:ext cx="19659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AI IS MATH,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NOT MAGIC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06240"/>
            <a:ext cx="10561320" cy="2066543"/>
          </a:xfrm>
          <a:prstGeom prst="roundRect">
            <a:avLst>
              <a:gd name="adj" fmla="val 5000"/>
            </a:avLst>
          </a:prstGeom>
          <a:solidFill>
            <a:srgbClr val="0E2A66"/>
          </a:solidFill>
          <a:ln w="15875">
            <a:solidFill>
              <a:srgbClr val="448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4626864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4DDBFF"/>
                </a:solidFill>
                <a:latin typeface="Aptos"/>
              </a:rPr>
              <a:t>Same idea, different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3856" y="4754880"/>
            <a:ext cx="2697480" cy="1133856"/>
          </a:xfrm>
          <a:prstGeom prst="roundRect">
            <a:avLst>
              <a:gd name="adj" fmla="val 8000"/>
            </a:avLst>
          </a:prstGeom>
          <a:solidFill>
            <a:srgbClr val="11397E"/>
          </a:solidFill>
          <a:ln w="15875">
            <a:solidFill>
              <a:srgbClr val="65A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94192" y="4754880"/>
            <a:ext cx="2697480" cy="1133856"/>
          </a:xfrm>
          <a:prstGeom prst="roundRect">
            <a:avLst>
              <a:gd name="adj" fmla="val 8000"/>
            </a:avLst>
          </a:prstGeom>
          <a:solidFill>
            <a:srgbClr val="11397E"/>
          </a:solidFill>
          <a:ln w="15875">
            <a:solidFill>
              <a:srgbClr val="65A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809744"/>
            <a:ext cx="2377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YOU TODAY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30 samples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6 sensors, 1 Arduino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809744"/>
            <a:ext cx="2377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REAL AI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Millions of samples</a:t>
            </a:r>
          </a:p>
          <a:p>
            <a:pPr algn="ctr"/>
            <a:r>
              <a:rPr sz="1800" b="1">
                <a:solidFill>
                  <a:srgbClr val="F8FBFF"/>
                </a:solidFill>
                <a:latin typeface="Aptos"/>
              </a:rPr>
              <a:t>Hundreds of sensors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51376" y="4983480"/>
            <a:ext cx="2926080" cy="640080"/>
          </a:xfrm>
          <a:prstGeom prst="rightArrow">
            <a:avLst/>
          </a:prstGeom>
          <a:solidFill>
            <a:srgbClr val="24C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