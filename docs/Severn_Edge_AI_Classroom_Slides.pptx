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— Title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— How the Sensor Captures Your Move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— What the AI Actually Sees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— The Swap Challenge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— Wrap-Up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1_title_17712621136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2_sensor_177128427039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3_600numbers_177128480562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4_challenge_177126219012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_5_wrapup_177126220839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